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6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939555-E7A7-40F5-8E26-A7D2101E8DBE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FA280-F8D7-4010-A3F5-3DBFC25A43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1243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5F127D-A530-4463-9799-415F1D8B7AAF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43520-6386-407E-BEDE-6251C2BDD4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289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69AD76B1-6BA6-4F07-8467-763D096FDD42}" type="datetime1">
              <a:rPr lang="vi-VN" smtClean="0"/>
              <a:t>11/11/2025</a:t>
            </a:fld>
            <a:endParaRPr lang="en-GB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811A096-107D-49F3-BDE7-40F9260BB9C4}" type="slidenum">
              <a:rPr lang="en-GB" smtClean="0"/>
              <a:t>‹#›</a:t>
            </a:fld>
            <a:endParaRPr lang="en-GB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000">
        <p:push dir="u"/>
      </p:transition>
    </mc:Choice>
    <mc:Fallback>
      <p:transition spd="slow" advTm="1000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543D-D518-4B67-B9F8-CB95A578C83B}" type="datetime1">
              <a:rPr lang="vi-VN" smtClean="0"/>
              <a:t>11/11/2025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1A096-107D-49F3-BDE7-40F9260BB9C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000">
        <p:push dir="u"/>
      </p:transition>
    </mc:Choice>
    <mc:Fallback>
      <p:transition spd="slow" advTm="1000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DE4EE-D552-4AC6-9F40-5D3FF5E878E8}" type="datetime1">
              <a:rPr lang="vi-VN" smtClean="0"/>
              <a:t>11/11/2025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1A096-107D-49F3-BDE7-40F9260BB9C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000">
        <p:push dir="u"/>
      </p:transition>
    </mc:Choice>
    <mc:Fallback>
      <p:transition spd="slow" advTm="1000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EF29-4979-4D3E-A44D-54147E9A0494}" type="datetime1">
              <a:rPr lang="vi-VN" smtClean="0"/>
              <a:t>11/11/2025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1A096-107D-49F3-BDE7-40F9260BB9C4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000">
        <p:push dir="u"/>
      </p:transition>
    </mc:Choice>
    <mc:Fallback>
      <p:transition spd="slow" advTm="1000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45DA0-249B-4B16-A61F-EAA98B7FAB8F}" type="datetime1">
              <a:rPr lang="vi-VN" smtClean="0"/>
              <a:t>11/11/2025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1A096-107D-49F3-BDE7-40F9260BB9C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000">
        <p:push dir="u"/>
      </p:transition>
    </mc:Choice>
    <mc:Fallback>
      <p:transition spd="slow" advTm="1000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C59F1-D40A-4376-886C-DCD47597EB53}" type="datetime1">
              <a:rPr lang="vi-VN" smtClean="0"/>
              <a:t>11/11/2025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1A096-107D-49F3-BDE7-40F9260BB9C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000">
        <p:push dir="u"/>
      </p:transition>
    </mc:Choice>
    <mc:Fallback>
      <p:transition spd="slow" advTm="1000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7B8C-C108-4BFF-A6AE-F7AD726AF3D4}" type="datetime1">
              <a:rPr lang="vi-VN" smtClean="0"/>
              <a:t>11/11/2025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1A096-107D-49F3-BDE7-40F9260BB9C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000">
        <p:push dir="u"/>
      </p:transition>
    </mc:Choice>
    <mc:Fallback>
      <p:transition spd="slow" advTm="1000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22845-AC39-4B11-A07A-707FE58BBCB9}" type="datetime1">
              <a:rPr lang="vi-VN" smtClean="0"/>
              <a:t>11/11/2025</a:t>
            </a:fld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1A096-107D-49F3-BDE7-40F9260BB9C4}" type="slidenum">
              <a:rPr lang="en-GB" smtClean="0"/>
              <a:t>‹#›</a:t>
            </a:fld>
            <a:endParaRPr lang="en-GB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000">
        <p:push dir="u"/>
      </p:transition>
    </mc:Choice>
    <mc:Fallback>
      <p:transition spd="slow" advTm="1000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2EDD-4F4B-4EC0-B499-7CA456E897A6}" type="datetime1">
              <a:rPr lang="vi-VN" smtClean="0"/>
              <a:t>11/11/2025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1A096-107D-49F3-BDE7-40F9260BB9C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000">
        <p:push dir="u"/>
      </p:transition>
    </mc:Choice>
    <mc:Fallback>
      <p:transition spd="slow" advTm="1000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D62B1-C514-4F81-8B12-48003C184221}" type="datetime1">
              <a:rPr lang="vi-VN" smtClean="0"/>
              <a:t>11/11/2025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1A096-107D-49F3-BDE7-40F9260BB9C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000">
        <p:push dir="u"/>
      </p:transition>
    </mc:Choice>
    <mc:Fallback>
      <p:transition spd="slow" advTm="1000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4FCD-3C5C-4385-9CC1-702BCAF4EC62}" type="datetime1">
              <a:rPr lang="vi-VN" smtClean="0"/>
              <a:t>11/11/2025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1A096-107D-49F3-BDE7-40F9260BB9C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000">
        <p:push dir="u"/>
      </p:transition>
    </mc:Choice>
    <mc:Fallback>
      <p:transition spd="slow" advTm="1000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438C21E2-52D0-40CE-A0F7-95E21F24A5BD}" type="datetime1">
              <a:rPr lang="vi-VN" smtClean="0"/>
              <a:t>11/11/2025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4811A096-107D-49F3-BDE7-40F9260BB9C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1250" advTm="1000">
        <p:push dir="u"/>
      </p:transition>
    </mc:Choice>
    <mc:Fallback>
      <p:transition spd="slow" advTm="1000">
        <p:push dir="u"/>
      </p:transition>
    </mc:Fallback>
  </mc:AlternateContent>
  <p:timing>
    <p:tnLst>
      <p:par>
        <p:cTn id="1" dur="indefinite" restart="never" nodeType="tmRoot"/>
      </p:par>
    </p:tnLst>
  </p:timing>
  <p:hf sldNum="0" hdr="0" ftr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L&#253;%20M&#249;i%20Kh&#233;-2025A0087%20MN%20A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66811" y="1916832"/>
            <a:ext cx="6248122" cy="396044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</a:bodyPr>
          <a:lstStyle/>
          <a:p>
            <a:pPr algn="ctr"/>
            <a:r>
              <a:rPr lang="en-US" sz="5400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12700" dist="114300" dir="3600000" algn="tl" rotWithShape="0">
                    <a:prstClr val="black">
                      <a:alpha val="40000"/>
                    </a:prstClr>
                  </a:outerShdw>
                </a:effectLst>
                <a:latin typeface="Book Antiqua" pitchFamily="18" charset="0"/>
              </a:rPr>
              <a:t>NGÂN HÀNG ĐỀ THI</a:t>
            </a:r>
          </a:p>
          <a:p>
            <a:pPr algn="ctr"/>
            <a:r>
              <a:rPr lang="en-US" sz="5400" b="1" cap="none" spc="0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12700" dist="114300" dir="3600000" algn="tl" rotWithShape="0">
                    <a:prstClr val="black">
                      <a:alpha val="40000"/>
                    </a:prstClr>
                  </a:outerShdw>
                </a:effectLst>
                <a:latin typeface="Book Antiqua" pitchFamily="18" charset="0"/>
              </a:rPr>
              <a:t>VẤN ĐÁP</a:t>
            </a:r>
          </a:p>
          <a:p>
            <a:pPr algn="ctr"/>
            <a:r>
              <a:rPr lang="en-US" sz="5400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12700" dist="114300" dir="3600000" algn="tl" rotWithShape="0">
                    <a:prstClr val="black">
                      <a:alpha val="40000"/>
                    </a:prstClr>
                  </a:outerShdw>
                </a:effectLst>
                <a:latin typeface="Book Antiqua" pitchFamily="18" charset="0"/>
              </a:rPr>
              <a:t>TIN HỌC ĐẠI CƯƠNG</a:t>
            </a:r>
            <a:endParaRPr lang="en-US" sz="5400" b="1" cap="none" spc="0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12700" dist="114300" dir="3600000" algn="tl" rotWithShape="0">
                  <a:prstClr val="black">
                    <a:alpha val="40000"/>
                  </a:prstClr>
                </a:outerShdw>
              </a:effectLst>
              <a:latin typeface="Book Antiqua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699792" y="332656"/>
            <a:ext cx="339092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dirty="0" smtClean="0">
                <a:ln w="10160">
                  <a:solidFill>
                    <a:schemeClr val="accent1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Phần PowerPoint</a:t>
            </a:r>
            <a:endParaRPr lang="en-US" sz="3600" b="0" cap="none" spc="0" dirty="0">
              <a:ln w="10160">
                <a:solidFill>
                  <a:schemeClr val="accent1"/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7452320" y="6453336"/>
            <a:ext cx="2133600" cy="221109"/>
          </a:xfrm>
        </p:spPr>
        <p:txBody>
          <a:bodyPr/>
          <a:lstStyle/>
          <a:p>
            <a:fld id="{1A80AE5B-127F-4A34-826D-16D7E4A1EC65}" type="datetime1">
              <a:rPr lang="vi-VN" smtClean="0"/>
              <a:t>11/11/2025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9630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000">
        <p:push dir="u"/>
      </p:transition>
    </mc:Choice>
    <mc:Fallback>
      <p:transition spd="slow" advTm="1000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/>
          <a:lstStyle/>
          <a:p>
            <a:pPr>
              <a:spcBef>
                <a:spcPts val="0"/>
              </a:spcBef>
              <a:buFont typeface="Wingdings" pitchFamily="2" charset="2"/>
              <a:buChar char="È"/>
            </a:pPr>
            <a:r>
              <a:rPr lang="en-GB" dirty="0" smtClean="0">
                <a:hlinkClick r:id="rId2" action="ppaction://hlinksldjump"/>
              </a:rPr>
              <a:t>Micorosoft Powerpoint</a:t>
            </a:r>
            <a:endParaRPr lang="en-GB" dirty="0" smtClean="0"/>
          </a:p>
          <a:p>
            <a:pPr>
              <a:spcBef>
                <a:spcPts val="0"/>
              </a:spcBef>
              <a:buFont typeface="Wingdings" pitchFamily="2" charset="2"/>
              <a:buChar char="È"/>
            </a:pPr>
            <a:r>
              <a:rPr lang="en-GB" dirty="0" smtClean="0"/>
              <a:t>Microsoft Excel</a:t>
            </a:r>
          </a:p>
          <a:p>
            <a:pPr>
              <a:spcBef>
                <a:spcPts val="0"/>
              </a:spcBef>
              <a:buFont typeface="Wingdings" pitchFamily="2" charset="2"/>
              <a:buChar char="È"/>
            </a:pPr>
            <a:r>
              <a:rPr lang="en-GB" dirty="0" smtClean="0"/>
              <a:t>Microsoft Word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08304" y="6381328"/>
            <a:ext cx="2133600" cy="365125"/>
          </a:xfrm>
        </p:spPr>
        <p:txBody>
          <a:bodyPr/>
          <a:lstStyle/>
          <a:p>
            <a:fld id="{163D1973-30FB-4005-97A8-34CC8C99A02A}" type="datetime1">
              <a:rPr lang="vi-VN" smtClean="0"/>
              <a:t>11/11/2025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9526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000">
        <p:push dir="u"/>
      </p:transition>
    </mc:Choice>
    <mc:Fallback>
      <p:transition spd="slow" advTm="1000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3ACF5-814F-44EC-B74F-73C8436AC7F0}" type="datetime1">
              <a:rPr lang="vi-VN" smtClean="0"/>
              <a:t>11/11/2025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4357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000">
        <p:push dir="u"/>
      </p:transition>
    </mc:Choice>
    <mc:Fallback>
      <p:transition spd="slow" advTm="1000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18649-5A5B-43AD-83A1-9460F872847C}" type="datetime1">
              <a:rPr lang="vi-VN" smtClean="0"/>
              <a:t>11/11/2025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417240" y="3356992"/>
            <a:ext cx="868668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  <a:hlinkClick r:id="rId2" action="ppaction://hlinkfile"/>
              </a:rPr>
              <a:t>Lý Mùi Khé-2025A0087 MN A.pdf</a:t>
            </a:r>
            <a:endParaRPr lang="en-US" sz="36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23136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000">
        <p:push dir="u"/>
      </p:transition>
    </mc:Choice>
    <mc:Fallback>
      <p:transition spd="slow" advTm="1000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24</TotalTime>
  <Words>27</Words>
  <Application>Microsoft Office PowerPoint</Application>
  <PresentationFormat>On-screen Show (4:3)</PresentationFormat>
  <Paragraphs>12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Austin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DALat</dc:creator>
  <cp:lastModifiedBy>DALat</cp:lastModifiedBy>
  <cp:revision>5</cp:revision>
  <cp:lastPrinted>2025-11-11T09:17:08Z</cp:lastPrinted>
  <dcterms:created xsi:type="dcterms:W3CDTF">2025-11-11T08:57:54Z</dcterms:created>
  <dcterms:modified xsi:type="dcterms:W3CDTF">2025-11-11T09:22:37Z</dcterms:modified>
</cp:coreProperties>
</file>