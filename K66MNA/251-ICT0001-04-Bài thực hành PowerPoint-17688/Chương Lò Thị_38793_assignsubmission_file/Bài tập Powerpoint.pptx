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1755" y="635"/>
            <a:ext cx="8310245" cy="612140"/>
          </a:xfrm>
        </p:spPr>
        <p:txBody>
          <a:bodyPr/>
          <a:p>
            <a:r>
              <a:rPr lang="vi-VN" altLang="en-US" sz="2400"/>
              <a:t>                                                       </a:t>
            </a:r>
            <a:r>
              <a:rPr lang="vi-VN" altLang="en-US" sz="3200"/>
              <a:t>   Ngày 11/11/2025</a:t>
            </a:r>
            <a:endParaRPr lang="vi-VN" altLang="en-US" sz="32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136775"/>
            <a:ext cx="9144000" cy="2539365"/>
          </a:xfrm>
        </p:spPr>
        <p:txBody>
          <a:bodyPr>
            <a:prstTxWarp prst="textButton">
              <a:avLst/>
            </a:prstTxWarp>
            <a:noAutofit/>
          </a:bodyPr>
          <a:p>
            <a:r>
              <a:rPr lang="vi-VN" altLang="en-US" sz="3600">
                <a:solidFill>
                  <a:schemeClr val="accent1">
                    <a:lumMod val="75000"/>
                  </a:schemeClr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NGÂN HÀNG ĐỀ THI</a:t>
            </a:r>
            <a:endParaRPr lang="vi-VN" altLang="en-US" sz="3600">
              <a:solidFill>
                <a:schemeClr val="accent1">
                  <a:lumMod val="75000"/>
                </a:schemeClr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  <a:p>
            <a:r>
              <a:rPr lang="vi-VN" altLang="en-US" sz="3600">
                <a:solidFill>
                  <a:schemeClr val="accent1">
                    <a:lumMod val="75000"/>
                  </a:schemeClr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VẤN ĐÁP </a:t>
            </a:r>
            <a:endParaRPr lang="vi-VN" altLang="en-US" sz="3600">
              <a:solidFill>
                <a:schemeClr val="accent1">
                  <a:lumMod val="75000"/>
                </a:schemeClr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  <a:p>
            <a:r>
              <a:rPr lang="vi-VN" altLang="en-US" sz="3600">
                <a:solidFill>
                  <a:schemeClr val="accent1">
                    <a:lumMod val="75000"/>
                  </a:schemeClr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TIN HỌC ĐẠI CƯƠNG</a:t>
            </a:r>
            <a:endParaRPr lang="vi-VN" altLang="en-US" sz="3600">
              <a:solidFill>
                <a:schemeClr val="accent1">
                  <a:lumMod val="75000"/>
                </a:schemeClr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62125" y="0"/>
            <a:ext cx="10515600" cy="814070"/>
          </a:xfrm>
        </p:spPr>
        <p:txBody>
          <a:bodyPr>
            <a:normAutofit/>
          </a:bodyPr>
          <a:p>
            <a:r>
              <a:rPr lang="vi-VN" altLang="en-US" sz="3555"/>
              <a:t>         </a:t>
            </a:r>
            <a:r>
              <a:rPr lang="vi-VN" altLang="en-US" sz="3200"/>
              <a:t>                                                           Ngày 11/11/2025  </a:t>
            </a:r>
            <a:r>
              <a:rPr lang="vi-VN" altLang="en-US" sz="3555"/>
              <a:t>   </a:t>
            </a:r>
            <a:endParaRPr lang="vi-VN" altLang="en-US" sz="3555">
              <a:sym typeface="Wingdings" panose="05000000000000000000" charset="0"/>
            </a:endParaRPr>
          </a:p>
        </p:txBody>
      </p:sp>
      <p:sp>
        <p:nvSpPr>
          <p:cNvPr id="13" name="Content Placeholder 1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endParaRPr lang="vi-VN" altLang="en-US" sz="3200"/>
          </a:p>
          <a:p>
            <a:pPr marL="0" indent="0">
              <a:buNone/>
            </a:pPr>
            <a:r>
              <a:rPr lang="vi-VN" altLang="en-US" sz="3200"/>
              <a:t>     </a:t>
            </a:r>
            <a:r>
              <a:rPr lang="vi-VN" altLang="en-US" sz="3200">
                <a:sym typeface="Wingdings" panose="05000000000000000000" charset="0"/>
              </a:rPr>
              <a:t>Microsoft </a:t>
            </a:r>
            <a:r>
              <a:rPr lang="vi-VN" altLang="en-US" sz="3200">
                <a:sym typeface="Wingdings" panose="05000000000000000000" charset="0"/>
              </a:rPr>
              <a:t>Powerpoint</a:t>
            </a:r>
            <a:endParaRPr lang="vi-VN" altLang="en-US" sz="3200">
              <a:sym typeface="Wingdings" panose="05000000000000000000" charset="0"/>
            </a:endParaRPr>
          </a:p>
          <a:p>
            <a:pPr marL="0" indent="0">
              <a:buNone/>
            </a:pPr>
            <a:r>
              <a:rPr lang="vi-VN" altLang="en-US" sz="3200">
                <a:sym typeface="Wingdings" panose="05000000000000000000" charset="0"/>
              </a:rPr>
              <a:t>     Microsoft </a:t>
            </a:r>
            <a:r>
              <a:rPr lang="vi-VN" altLang="en-US" sz="3200">
                <a:sym typeface="Wingdings" panose="05000000000000000000" charset="0"/>
              </a:rPr>
              <a:t>Excel</a:t>
            </a:r>
            <a:endParaRPr lang="vi-VN" altLang="en-US" sz="3200">
              <a:sym typeface="Wingdings" panose="05000000000000000000" charset="0"/>
            </a:endParaRPr>
          </a:p>
          <a:p>
            <a:pPr marL="0" indent="0">
              <a:buNone/>
            </a:pPr>
            <a:r>
              <a:rPr lang="vi-VN" altLang="en-US" sz="3200">
                <a:sym typeface="Wingdings" panose="05000000000000000000" charset="0"/>
              </a:rPr>
              <a:t>     Microsoft Word</a:t>
            </a:r>
            <a:r>
              <a:rPr lang="vi-VN" altLang="en-US" sz="3200"/>
              <a:t>                                                                      </a:t>
            </a:r>
            <a:endParaRPr lang="vi-VN" altLang="en-US" sz="3200">
              <a:sym typeface="Wingdings" panose="05000000000000000000" charset="0"/>
            </a:endParaRPr>
          </a:p>
          <a:p>
            <a:endParaRPr lang="vi-VN" altLang="en-US" sz="3200"/>
          </a:p>
          <a:p>
            <a:endParaRPr lang="vi-VN" altLang="en-US" sz="3200"/>
          </a:p>
        </p:txBody>
      </p:sp>
      <p:sp>
        <p:nvSpPr>
          <p:cNvPr id="18" name="Content Placeholder 17"/>
          <p:cNvSpPr/>
          <p:nvPr>
            <p:ph sz="half" idx="2"/>
          </p:nvPr>
        </p:nvSpPr>
        <p:spPr>
          <a:xfrm>
            <a:off x="6172200" y="4998720"/>
            <a:ext cx="5181600" cy="1178560"/>
          </a:xfrm>
        </p:spPr>
        <p:txBody>
          <a:bodyPr/>
          <a:p>
            <a:pPr marL="0" indent="0">
              <a:buNone/>
            </a:pPr>
            <a:r>
              <a:rPr lang="vi-VN" altLang="en-US"/>
              <a:t> </a:t>
            </a:r>
            <a:endParaRPr lang="vi-V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3975" y="0"/>
            <a:ext cx="5717540" cy="666115"/>
          </a:xfrm>
        </p:spPr>
        <p:txBody>
          <a:bodyPr>
            <a:normAutofit/>
          </a:bodyPr>
          <a:p>
            <a:r>
              <a:rPr lang="vi-VN" altLang="en-US" sz="3200"/>
              <a:t>                          Ngày 11/11/2025</a:t>
            </a:r>
            <a:endParaRPr lang="vi-VN" altLang="en-US" sz="3200"/>
          </a:p>
        </p:txBody>
      </p:sp>
      <p:sp>
        <p:nvSpPr>
          <p:cNvPr id="5" name="Content Placeholder 4"/>
          <p:cNvSpPr/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</a:t>
            </a:r>
            <a:r>
              <a:rPr lang="vi-VN" altLang="en-US"/>
              <a:t>   </a:t>
            </a:r>
            <a:endParaRPr lang="vi-VN" altLang="en-US"/>
          </a:p>
          <a:p>
            <a:pPr marL="0" indent="0">
              <a:buNone/>
            </a:pPr>
            <a:r>
              <a:rPr lang="vi-VN" altLang="en-US"/>
              <a:t>     </a:t>
            </a:r>
            <a:r>
              <a:rPr lang="vi-VN" altLang="en-US" sz="3200"/>
              <a:t> </a:t>
            </a:r>
            <a:r>
              <a:rPr lang="vi-VN" altLang="en-US" sz="3200">
                <a:sym typeface="Wingdings" panose="05000000000000000000" charset="0"/>
              </a:rPr>
              <a:t></a:t>
            </a:r>
            <a:r>
              <a:rPr lang="en-US" sz="3200">
                <a:hlinkClick r:id="rId2" tooltip="" action="ppaction://hlinksldjump"/>
              </a:rPr>
              <a:t>Microsoft Powerpoint</a:t>
            </a:r>
            <a:endParaRPr lang="en-US" sz="3200"/>
          </a:p>
          <a:p>
            <a:pPr marL="0" indent="0">
              <a:buNone/>
            </a:pPr>
            <a:r>
              <a:rPr lang="en-US" sz="3200"/>
              <a:t>     </a:t>
            </a:r>
            <a:r>
              <a:rPr lang="vi-VN" altLang="en-US" sz="3200"/>
              <a:t> </a:t>
            </a:r>
            <a:r>
              <a:rPr lang="vi-VN" altLang="en-US" sz="3200">
                <a:sym typeface="Wingdings" panose="05000000000000000000" charset="0"/>
              </a:rPr>
              <a:t></a:t>
            </a:r>
            <a:r>
              <a:rPr lang="en-US" sz="3200"/>
              <a:t>Microsoft Excel</a:t>
            </a:r>
            <a:endParaRPr lang="en-US" sz="3200"/>
          </a:p>
          <a:p>
            <a:pPr marL="0" indent="0">
              <a:buNone/>
            </a:pPr>
            <a:r>
              <a:rPr lang="en-US" sz="3200"/>
              <a:t>     </a:t>
            </a:r>
            <a:r>
              <a:rPr lang="vi-VN" altLang="en-US" sz="3200"/>
              <a:t> </a:t>
            </a:r>
            <a:r>
              <a:rPr lang="vi-VN" altLang="en-US" sz="3200">
                <a:sym typeface="Wingdings" panose="05000000000000000000" charset="0"/>
              </a:rPr>
              <a:t></a:t>
            </a:r>
            <a:r>
              <a:rPr lang="en-US" sz="3200"/>
              <a:t>Microsoft Word </a:t>
            </a:r>
            <a:endParaRPr 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</p:transition>
    </mc:Choice>
    <mc:Fallback>
      <p:transition spd="slow">
        <p:wheel spokes="8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</Words>
  <Application>WPS Presentation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SimSun</vt:lpstr>
      <vt:lpstr>Wingdings</vt:lpstr>
      <vt:lpstr>Wingdings</vt:lpstr>
      <vt:lpstr>Times New Roman</vt:lpstr>
      <vt:lpstr>Microsoft YaHei</vt:lpstr>
      <vt:lpstr>Arial Unicode MS</vt:lpstr>
      <vt:lpstr>Calibri Light</vt:lpstr>
      <vt:lpstr>Calibri</vt:lpstr>
      <vt:lpstr>Office Theme</vt:lpstr>
      <vt:lpstr>                                                          Ngày 11/11/2025</vt:lpstr>
      <vt:lpstr>                                                                    Ngày 11/11/2025     </vt:lpstr>
      <vt:lpstr>                          Ngày 11/11/2025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                                                Ngày 11/11/2025</dc:title>
  <dc:creator>LO CHUONG</dc:creator>
  <cp:lastModifiedBy>Quỳnn Changg</cp:lastModifiedBy>
  <cp:revision>4</cp:revision>
  <dcterms:created xsi:type="dcterms:W3CDTF">2025-11-12T09:37:00Z</dcterms:created>
  <dcterms:modified xsi:type="dcterms:W3CDTF">2025-11-12T09:59:17Z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95514D14B9F14DAFB9BB5357B95980BB_13</vt:lpwstr>
  </property>
  <property fmtid="{D5CDD505-2E9C-101B-9397-08002B2CF9AE}" pid="3" name="KSOProductBuildVer">
    <vt:lpwstr>1033-12.2.0.23155</vt:lpwstr>
  </property>
</Properties>
</file>