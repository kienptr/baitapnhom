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2.xml" ContentType="application/vnd.openxmlformats-officedocument.theme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3" r:id="rId1"/>
    <p:sldMasterId id="2147483761" r:id="rId2"/>
    <p:sldMasterId id="2147483790" r:id="rId3"/>
  </p:sldMasterIdLst>
  <p:notesMasterIdLst>
    <p:notesMasterId r:id="rId7"/>
  </p:notesMasterIdLst>
  <p:sldIdLst>
    <p:sldId id="256" r:id="rId4"/>
    <p:sldId id="258" r:id="rId5"/>
    <p:sldId id="257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20"/>
    <p:restoredTop sz="94660"/>
  </p:normalViewPr>
  <p:slideViewPr>
    <p:cSldViewPr snapToGrid="0">
      <p:cViewPr varScale="1">
        <p:scale>
          <a:sx n="112" d="100"/>
          <a:sy n="112" d="100"/>
        </p:scale>
        <p:origin x="942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Master" Target="slideMasters/slideMaster3.xml"/><Relationship Id="rId7" Type="http://schemas.openxmlformats.org/officeDocument/2006/relationships/notesMaster" Target="notesMasters/notesMaster1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tableStyles" Target="tableStyles.xml"/><Relationship Id="rId5" Type="http://schemas.openxmlformats.org/officeDocument/2006/relationships/slide" Target="slides/slide2.xml"/><Relationship Id="rId10" Type="http://schemas.openxmlformats.org/officeDocument/2006/relationships/theme" Target="theme/theme1.xml"/><Relationship Id="rId4" Type="http://schemas.openxmlformats.org/officeDocument/2006/relationships/slide" Target="slides/slide1.xml"/><Relationship Id="rId9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C4EFD9-732E-4C6B-99B5-3D010095A565}" type="datetimeFigureOut">
              <a:rPr lang="en-US" smtClean="0"/>
              <a:t>11/11/2025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EEC687C-A2F0-441E-935E-86BC6A56AD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774463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6934" y="0"/>
            <a:ext cx="12231160" cy="6856214"/>
            <a:chOff x="-16934" y="0"/>
            <a:chExt cx="12231160" cy="6856214"/>
          </a:xfrm>
        </p:grpSpPr>
        <p:pic>
          <p:nvPicPr>
            <p:cNvPr id="16" name="Picture 15" descr="HD-PanelTitleR1.png"/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26" name="Rectangle 25"/>
            <p:cNvSpPr/>
            <p:nvPr/>
          </p:nvSpPr>
          <p:spPr>
            <a:xfrm>
              <a:off x="2328332" y="1540931"/>
              <a:ext cx="7543802" cy="3835401"/>
            </a:xfrm>
            <a:prstGeom prst="rect">
              <a:avLst/>
            </a:prstGeom>
            <a:noFill/>
            <a:ln w="15875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7" name="Picture 16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6934" y="3147609"/>
              <a:ext cx="2478024" cy="612648"/>
            </a:xfrm>
            <a:prstGeom prst="rect">
              <a:avLst/>
            </a:prstGeom>
          </p:spPr>
        </p:pic>
        <p:pic>
          <p:nvPicPr>
            <p:cNvPr id="20" name="Picture 19" descr="HDRibbonTitle-UniformTrim.png"/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9736202" y="3147609"/>
              <a:ext cx="2478024" cy="612648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692398" y="1871131"/>
            <a:ext cx="6815669" cy="1515533"/>
          </a:xfrm>
        </p:spPr>
        <p:txBody>
          <a:bodyPr anchor="b">
            <a:noAutofit/>
          </a:bodyPr>
          <a:lstStyle>
            <a:lvl1pPr algn="ctr">
              <a:defRPr sz="54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2398" y="3657597"/>
            <a:ext cx="6815669" cy="1320802"/>
          </a:xfrm>
        </p:spPr>
        <p:txBody>
          <a:bodyPr anchor="t">
            <a:normAutofit/>
          </a:bodyPr>
          <a:lstStyle>
            <a:lvl1pPr marL="0" indent="0" algn="ct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983232" y="5037663"/>
            <a:ext cx="897467" cy="279400"/>
          </a:xfrm>
        </p:spPr>
        <p:txBody>
          <a:bodyPr/>
          <a:lstStyle/>
          <a:p>
            <a:fld id="{45928931-69DD-4E78-AC36-E0C026FB9E4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692397" y="5037663"/>
            <a:ext cx="5214635" cy="27940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956900" y="5037663"/>
            <a:ext cx="551167" cy="279400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692399" y="3522131"/>
            <a:ext cx="6815668" cy="0"/>
          </a:xfrm>
          <a:prstGeom prst="line">
            <a:avLst/>
          </a:prstGeom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0404820"/>
      </p:ext>
    </p:extLst>
  </p:cSld>
  <p:clrMapOvr>
    <a:masterClrMapping/>
  </p:clrMapOvr>
  <p:transition spd="slow">
    <p:wip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" name="Straight Connector 6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AF09C-780C-48B4-AF78-E2A3C11D5BD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554141"/>
      </p:ext>
    </p:extLst>
  </p:cSld>
  <p:clrMapOvr>
    <a:masterClrMapping/>
  </p:clrMapOvr>
  <p:transition spd="slow">
    <p:wip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15069" y="1752606"/>
            <a:ext cx="8158688" cy="1822514"/>
          </a:xfrm>
        </p:spPr>
        <p:txBody>
          <a:bodyPr anchor="b">
            <a:normAutofit/>
          </a:bodyPr>
          <a:lstStyle>
            <a:lvl1pPr algn="ctr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15067" y="3846051"/>
            <a:ext cx="8158690" cy="954547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9724-4132-45A5-A3E7-DD53B3F97FD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2012723" y="3710585"/>
            <a:ext cx="8163380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53371128"/>
      </p:ext>
    </p:extLst>
  </p:cSld>
  <p:clrMapOvr>
    <a:masterClrMapping/>
  </p:clrMapOvr>
  <p:transition spd="slow">
    <p:wip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" name="Straight Connector 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298448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1344" y="2560320"/>
            <a:ext cx="4718304" cy="3310128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DE21F-9B48-44BE-9A52-6DDBA11AFE55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2224244"/>
      </p:ext>
    </p:extLst>
  </p:cSld>
  <p:clrMapOvr>
    <a:masterClrMapping/>
  </p:clrMapOvr>
  <p:transition spd="slow">
    <p:wip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9540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80670" y="2658533"/>
            <a:ext cx="4718304" cy="576262"/>
          </a:xfrm>
        </p:spPr>
        <p:txBody>
          <a:bodyPr anchor="b">
            <a:noAutofit/>
          </a:bodyPr>
          <a:lstStyle>
            <a:lvl1pPr marL="0" indent="0">
              <a:spcBef>
                <a:spcPts val="672"/>
              </a:spcBef>
              <a:spcAft>
                <a:spcPts val="600"/>
              </a:spcAft>
              <a:buNone/>
              <a:defRPr sz="28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80670" y="3243262"/>
            <a:ext cx="4718304" cy="2632605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8FDAC-5C37-4E73-94C6-B0BAE11FB8A2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8" name="Straight Connector 17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41373245"/>
      </p:ext>
    </p:extLst>
  </p:cSld>
  <p:clrMapOvr>
    <a:masterClrMapping/>
  </p:clrMapOvr>
  <p:transition spd="slow">
    <p:wip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0FCA-9FF1-4BE8-9EED-D09BCE6F5531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62963156"/>
      </p:ext>
    </p:extLst>
  </p:cSld>
  <p:clrMapOvr>
    <a:masterClrMapping/>
  </p:clrMapOvr>
  <p:transition spd="slow">
    <p:wip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C9FC-14F3-4F51-811E-019668A52172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7036701"/>
      </p:ext>
    </p:extLst>
  </p:cSld>
  <p:clrMapOvr>
    <a:masterClrMapping/>
  </p:clrMapOvr>
  <p:transition spd="slow">
    <p:wip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3811" y="1388534"/>
            <a:ext cx="3718455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18668" y="982131"/>
            <a:ext cx="5469466" cy="4893735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3811" y="3031065"/>
            <a:ext cx="3718455" cy="243840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D8E1-39CA-4738-BE89-49CAC5057DB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6" name="Straight Connector 15"/>
          <p:cNvCxnSpPr/>
          <p:nvPr/>
        </p:nvCxnSpPr>
        <p:spPr>
          <a:xfrm>
            <a:off x="1396169" y="2912533"/>
            <a:ext cx="35144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08114698"/>
      </p:ext>
    </p:extLst>
  </p:cSld>
  <p:clrMapOvr>
    <a:masterClrMapping/>
  </p:clrMapOvr>
  <p:transition spd="slow">
    <p:wip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399" y="1883832"/>
            <a:ext cx="6241816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094831" y="1041400"/>
            <a:ext cx="3063347" cy="4775200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399" y="3255432"/>
            <a:ext cx="6241816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1DCD-CB68-4D66-993B-C037BCA45DA3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7256714"/>
      </p:ext>
    </p:extLst>
  </p:cSld>
  <p:clrMapOvr>
    <a:masterClrMapping/>
  </p:clrMapOvr>
  <p:transition spd="slow">
    <p:wip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4815415"/>
            <a:ext cx="9609666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41427" y="1041399"/>
            <a:ext cx="10105972" cy="3335869"/>
          </a:xfrm>
          <a:prstGeom prst="roundRect">
            <a:avLst>
              <a:gd name="adj" fmla="val 0"/>
            </a:avLst>
          </a:prstGeom>
          <a:ln w="57150" cmpd="thickThin">
            <a:solidFill>
              <a:schemeClr val="tx1">
                <a:lumMod val="50000"/>
                <a:lumOff val="50000"/>
              </a:schemeClr>
            </a:solidFill>
            <a:miter lim="800000"/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295401" y="5382153"/>
            <a:ext cx="9609666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271515"/>
      </p:ext>
    </p:extLst>
  </p:cSld>
  <p:clrMapOvr>
    <a:masterClrMapping/>
  </p:clrMapOvr>
  <p:hf hdr="0" ftr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03868" y="982132"/>
            <a:ext cx="9592732" cy="2954868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03868" y="4343399"/>
            <a:ext cx="9592732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78429372"/>
      </p:ext>
    </p:extLst>
  </p:cSld>
  <p:clrMapOvr>
    <a:masterClrMapping/>
  </p:clrMapOvr>
  <p:hf hdr="0" ftr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370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674812" y="3352800"/>
            <a:ext cx="8839202" cy="584200"/>
          </a:xfrm>
        </p:spPr>
        <p:txBody>
          <a:bodyPr anchor="ctr">
            <a:normAutofit/>
          </a:bodyPr>
          <a:lstStyle>
            <a:lvl1pPr marL="0" indent="0" algn="r">
              <a:buFontTx/>
              <a:buNone/>
              <a:defRPr sz="20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343399"/>
            <a:ext cx="9609666" cy="1532467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600267" y="282787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1396169" y="4140199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17566"/>
      </p:ext>
    </p:extLst>
  </p:cSld>
  <p:clrMapOvr>
    <a:masterClrMapping/>
  </p:clrMapOvr>
  <p:hf hdr="0" ftr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2" y="3308581"/>
            <a:ext cx="9609668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777381"/>
            <a:ext cx="960966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4734915"/>
      </p:ext>
    </p:extLst>
  </p:cSld>
  <p:clrMapOvr>
    <a:masterClrMapping/>
  </p:clrMapOvr>
  <p:hf hdr="0" ftr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3" y="982132"/>
            <a:ext cx="9296398" cy="2243668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9312"/>
            <a:ext cx="9609668" cy="88696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4529667"/>
            <a:ext cx="9609668" cy="13462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62013" y="8799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00267" y="259926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cxnSp>
        <p:nvCxnSpPr>
          <p:cNvPr id="26" name="Straight Connector 25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56521497"/>
      </p:ext>
    </p:extLst>
  </p:cSld>
  <p:clrMapOvr>
    <a:masterClrMapping/>
  </p:clrMapOvr>
  <p:hf hdr="0" ftr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295401" y="982132"/>
            <a:ext cx="9609666" cy="2243668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0" name="Text Placeholder 2"/>
          <p:cNvSpPr>
            <a:spLocks noGrp="1"/>
          </p:cNvSpPr>
          <p:nvPr>
            <p:ph type="body" idx="13"/>
          </p:nvPr>
        </p:nvSpPr>
        <p:spPr>
          <a:xfrm>
            <a:off x="1295401" y="3630168"/>
            <a:ext cx="9609668" cy="841248"/>
          </a:xfrm>
        </p:spPr>
        <p:txBody>
          <a:bodyPr anchor="b">
            <a:normAutofit/>
          </a:bodyPr>
          <a:lstStyle>
            <a:lvl1pPr marL="0" indent="0" algn="l">
              <a:spcBef>
                <a:spcPts val="0"/>
              </a:spcBef>
              <a:buNone/>
              <a:defRPr sz="2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0" y="4470399"/>
            <a:ext cx="9609670" cy="14054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396169" y="3429000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99503074"/>
      </p:ext>
    </p:extLst>
  </p:cSld>
  <p:clrMapOvr>
    <a:masterClrMapping/>
  </p:clrMapOvr>
  <p:hf hdr="0" ftr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857F-4CC1-4C26-9E45-F4076F33BC1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1396169" y="2421466"/>
            <a:ext cx="9407298" cy="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779529"/>
      </p:ext>
    </p:extLst>
  </p:cSld>
  <p:clrMapOvr>
    <a:masterClrMapping/>
  </p:clrMapOvr>
  <p:transition spd="slow">
    <p:wipe/>
  </p:transition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9356" y="982131"/>
            <a:ext cx="1890895" cy="489373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295398" y="982132"/>
            <a:ext cx="7433025" cy="4893734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0B12-2398-47E7-9C8F-7B3BA64E360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cxnSp>
        <p:nvCxnSpPr>
          <p:cNvPr id="14" name="Straight Connector 13"/>
          <p:cNvCxnSpPr/>
          <p:nvPr/>
        </p:nvCxnSpPr>
        <p:spPr>
          <a:xfrm>
            <a:off x="8863890" y="990600"/>
            <a:ext cx="0" cy="4876800"/>
          </a:xfrm>
          <a:prstGeom prst="line">
            <a:avLst/>
          </a:prstGeom>
          <a:ln w="15875"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278630129"/>
      </p:ext>
    </p:extLst>
  </p:cSld>
  <p:clrMapOvr>
    <a:masterClrMapping/>
  </p:clrMapOvr>
  <p:transition spd="slow">
    <p:wip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928931-69DD-4E78-AC36-E0C026FB9E4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4767561"/>
      </p:ext>
    </p:extLst>
  </p:cSld>
  <p:clrMapOvr>
    <a:masterClrMapping/>
  </p:clrMapOvr>
  <p:transition spd="slow">
    <p:wip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EAF09C-780C-48B4-AF78-E2A3C11D5BD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7968326"/>
      </p:ext>
    </p:extLst>
  </p:cSld>
  <p:clrMapOvr>
    <a:masterClrMapping/>
  </p:clrMapOvr>
  <p:transition spd="slow">
    <p:wipe/>
  </p:transition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3B9724-4132-45A5-A3E7-DD53B3F97FD8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4349329"/>
      </p:ext>
    </p:extLst>
  </p:cSld>
  <p:clrMapOvr>
    <a:masterClrMapping/>
  </p:clrMapOvr>
  <p:transition spd="slow">
    <p:wip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5DE21F-9B48-44BE-9A52-6DDBA11AFE55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8891608"/>
      </p:ext>
    </p:extLst>
  </p:cSld>
  <p:clrMapOvr>
    <a:masterClrMapping/>
  </p:clrMapOvr>
  <p:transition spd="slow">
    <p:wipe/>
  </p:transition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A8FDAC-5C37-4E73-94C6-B0BAE11FB8A2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640116"/>
      </p:ext>
    </p:extLst>
  </p:cSld>
  <p:clrMapOvr>
    <a:masterClrMapping/>
  </p:clrMapOvr>
  <p:transition spd="slow">
    <p:wipe/>
  </p:transition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A0FCA-9FF1-4BE8-9EED-D09BCE6F5531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7720195"/>
      </p:ext>
    </p:extLst>
  </p:cSld>
  <p:clrMapOvr>
    <a:masterClrMapping/>
  </p:clrMapOvr>
  <p:transition spd="slow">
    <p:wipe/>
  </p:transition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80C9FC-14F3-4F51-811E-019668A52172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464793"/>
      </p:ext>
    </p:extLst>
  </p:cSld>
  <p:clrMapOvr>
    <a:masterClrMapping/>
  </p:clrMapOvr>
  <p:transition spd="slow">
    <p:wip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90D8E1-39CA-4738-BE89-49CAC5057DB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822545"/>
      </p:ext>
    </p:extLst>
  </p:cSld>
  <p:clrMapOvr>
    <a:masterClrMapping/>
  </p:clrMapOvr>
  <p:transition spd="slow">
    <p:wip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88D1DCD-CB68-4D66-993B-C037BCA45DA3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6475669"/>
      </p:ext>
    </p:extLst>
  </p:cSld>
  <p:clrMapOvr>
    <a:masterClrMapping/>
  </p:clrMapOvr>
  <p:transition spd="slow">
    <p:wip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708195"/>
      </p:ext>
    </p:extLst>
  </p:cSld>
  <p:clrMapOvr>
    <a:masterClrMapping/>
  </p:clrMapOvr>
  <p:hf hdr="0" ftr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07776829"/>
      </p:ext>
    </p:extLst>
  </p:cSld>
  <p:clrMapOvr>
    <a:masterClrMapping/>
  </p:clrMapOvr>
  <p:hf hdr="0" ftr="0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0193999"/>
      </p:ext>
    </p:extLst>
  </p:cSld>
  <p:clrMapOvr>
    <a:masterClrMapping/>
  </p:clrMapOvr>
  <p:hf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18047418"/>
      </p:ext>
    </p:extLst>
  </p:cSld>
  <p:clrMapOvr>
    <a:masterClrMapping/>
  </p:clrMapOvr>
  <p:hf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1959923"/>
      </p:ext>
    </p:extLst>
  </p:cSld>
  <p:clrMapOvr>
    <a:masterClrMapping/>
  </p:clrMapOvr>
  <p:hf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5CC857F-4CC1-4C26-9E45-F4076F33BC10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0682134"/>
      </p:ext>
    </p:extLst>
  </p:cSld>
  <p:clrMapOvr>
    <a:masterClrMapping/>
  </p:clrMapOvr>
  <p:transition spd="slow">
    <p:wipe/>
  </p:transition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9E0B12-2398-47E7-9C8F-7B3BA64E3606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4046128"/>
      </p:ext>
    </p:extLst>
  </p:cSld>
  <p:clrMapOvr>
    <a:masterClrMapping/>
  </p:clrMapOvr>
  <p:transition spd="slow">
    <p:wipe/>
  </p:transition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74423" y="802298"/>
            <a:ext cx="8637073" cy="2920713"/>
          </a:xfrm>
        </p:spPr>
        <p:txBody>
          <a:bodyPr bIns="0" anchor="b">
            <a:normAutofit/>
          </a:bodyPr>
          <a:lstStyle>
            <a:lvl1pPr algn="ctr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74424" y="3724074"/>
            <a:ext cx="8637072" cy="977621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E2F957-8E7E-4297-BA3C-8C30A00721C4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1579" y="329307"/>
            <a:ext cx="5626774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6834" y="798973"/>
            <a:ext cx="811019" cy="503578"/>
          </a:xfrm>
        </p:spPr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873907"/>
      </p:ext>
    </p:extLst>
  </p:cSld>
  <p:clrMapOvr>
    <a:masterClrMapping/>
  </p:clrMapOvr>
  <p:transition spd="slow">
    <p:wipe/>
  </p:transition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D2828-3E84-409E-B91C-78553DA5AB61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5376256"/>
      </p:ext>
    </p:extLst>
  </p:cSld>
  <p:clrMapOvr>
    <a:masterClrMapping/>
  </p:clrMapOvr>
  <p:transition spd="slow">
    <p:wipe/>
  </p:transition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74423" y="1756130"/>
            <a:ext cx="8643154" cy="1969007"/>
          </a:xfrm>
        </p:spPr>
        <p:txBody>
          <a:bodyPr anchor="b">
            <a:normAutofit/>
          </a:bodyPr>
          <a:lstStyle>
            <a:lvl1pPr algn="ctr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4423" y="3725137"/>
            <a:ext cx="8643154" cy="1093987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F82F9-3427-4604-8F9E-42A8B88219B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299895"/>
      </p:ext>
    </p:extLst>
  </p:cSld>
  <p:clrMapOvr>
    <a:masterClrMapping/>
  </p:clrMapOvr>
  <p:transition spd="slow">
    <p:wipe/>
  </p:transition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293577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488654" cy="3448595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54140" y="2017343"/>
            <a:ext cx="4488654" cy="34415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26D6F2-F285-4FEF-9C6D-46166EA87C9C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4816949"/>
      </p:ext>
    </p:extLst>
  </p:cSld>
  <p:clrMapOvr>
    <a:masterClrMapping/>
  </p:clrMapOvr>
  <p:transition spd="slow">
    <p:wipe/>
  </p:transition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2956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488794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488794" cy="264445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56025" y="2023003"/>
            <a:ext cx="4488794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56025" y="2821491"/>
            <a:ext cx="4488794" cy="263737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0F366F-163F-44E3-9857-B294B53028F8}" type="datetime1">
              <a:rPr lang="en-US" smtClean="0"/>
              <a:t>11/11/2025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9468849"/>
      </p:ext>
    </p:extLst>
  </p:cSld>
  <p:clrMapOvr>
    <a:masterClrMapping/>
  </p:clrMapOvr>
  <p:transition spd="slow">
    <p:wipe/>
  </p:transition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2D309D-F950-4DEB-88EA-FD4530E89F53}" type="datetime1">
              <a:rPr lang="en-US" smtClean="0"/>
              <a:t>11/11/2025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1099627"/>
      </p:ext>
    </p:extLst>
  </p:cSld>
  <p:clrMapOvr>
    <a:masterClrMapping/>
  </p:clrMapOvr>
  <p:transition spd="slow">
    <p:wip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C28F3A-D1E8-4A16-B4E7-CCF1D73AED1A}" type="datetime1">
              <a:rPr lang="en-US" smtClean="0"/>
              <a:t>11/11/2025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3027664"/>
      </p:ext>
    </p:extLst>
  </p:cSld>
  <p:clrMapOvr>
    <a:masterClrMapping/>
  </p:clrMapOvr>
  <p:transition spd="slow">
    <p:wipe/>
  </p:transition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2961967" cy="2406518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3032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2961967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392ED33-4EDB-4924-B63E-81ED5EE80E2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3486506"/>
      </p:ext>
    </p:extLst>
  </p:cSld>
  <p:clrMapOvr>
    <a:masterClrMapping/>
  </p:clrMapOvr>
  <p:transition spd="slow">
    <p:wipe/>
  </p:transition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>
            <a:xfrm>
              <a:off x="7477387" y="482170"/>
              <a:ext cx="4074533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2"/>
            <a:ext cx="5532328" cy="1922299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/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059600"/>
            <a:ext cx="5524404" cy="2090134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3BA949BC-4B33-49D2-B001-7197013A6FF4}" type="datetime1">
              <a:rPr lang="en-US" smtClean="0"/>
              <a:t>11/11/2025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41161006"/>
      </p:ext>
    </p:extLst>
  </p:cSld>
  <p:clrMapOvr>
    <a:masterClrMapping/>
  </p:clrMapOvr>
  <p:transition spd="slow">
    <p:wipe/>
  </p:transition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7C718E-B7A0-4E20-B8EC-DD967FA4D117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8864787"/>
      </p:ext>
    </p:extLst>
  </p:cSld>
  <p:clrMapOvr>
    <a:masterClrMapping/>
  </p:clrMapOvr>
  <p:transition spd="slow">
    <p:wipe/>
  </p:transition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127052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518654" cy="4659889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E7D53F-B995-42C8-8D51-3A433EC2C99C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7125231"/>
      </p:ext>
    </p:extLst>
  </p:cSld>
  <p:clrMapOvr>
    <a:masterClrMapping/>
  </p:clrMapOvr>
  <p:transition spd="slow">
    <p:wip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3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5.xml"/><Relationship Id="rId13" Type="http://schemas.openxmlformats.org/officeDocument/2006/relationships/slideLayout" Target="../slideLayouts/slideLayout30.xml"/><Relationship Id="rId3" Type="http://schemas.openxmlformats.org/officeDocument/2006/relationships/slideLayout" Target="../slideLayouts/slideLayout20.xml"/><Relationship Id="rId7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9.xml"/><Relationship Id="rId17" Type="http://schemas.openxmlformats.org/officeDocument/2006/relationships/theme" Target="../theme/theme2.xml"/><Relationship Id="rId2" Type="http://schemas.openxmlformats.org/officeDocument/2006/relationships/slideLayout" Target="../slideLayouts/slideLayout19.xml"/><Relationship Id="rId16" Type="http://schemas.openxmlformats.org/officeDocument/2006/relationships/slideLayout" Target="../slideLayouts/slideLayout33.xml"/><Relationship Id="rId1" Type="http://schemas.openxmlformats.org/officeDocument/2006/relationships/slideLayout" Target="../slideLayouts/slideLayout18.xml"/><Relationship Id="rId6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8.xml"/><Relationship Id="rId5" Type="http://schemas.openxmlformats.org/officeDocument/2006/relationships/slideLayout" Target="../slideLayouts/slideLayout22.xml"/><Relationship Id="rId15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27.xml"/><Relationship Id="rId4" Type="http://schemas.openxmlformats.org/officeDocument/2006/relationships/slideLayout" Target="../slideLayouts/slideLayout21.xml"/><Relationship Id="rId9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31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41.xml"/><Relationship Id="rId13" Type="http://schemas.openxmlformats.org/officeDocument/2006/relationships/image" Target="../media/image7.jpg"/><Relationship Id="rId3" Type="http://schemas.openxmlformats.org/officeDocument/2006/relationships/slideLayout" Target="../slideLayouts/slideLayout36.xml"/><Relationship Id="rId7" Type="http://schemas.openxmlformats.org/officeDocument/2006/relationships/slideLayout" Target="../slideLayouts/slideLayout40.xml"/><Relationship Id="rId12" Type="http://schemas.openxmlformats.org/officeDocument/2006/relationships/theme" Target="../theme/theme3.xml"/><Relationship Id="rId2" Type="http://schemas.openxmlformats.org/officeDocument/2006/relationships/slideLayout" Target="../slideLayouts/slideLayout35.xml"/><Relationship Id="rId1" Type="http://schemas.openxmlformats.org/officeDocument/2006/relationships/slideLayout" Target="../slideLayouts/slideLayout34.xml"/><Relationship Id="rId6" Type="http://schemas.openxmlformats.org/officeDocument/2006/relationships/slideLayout" Target="../slideLayouts/slideLayout39.xml"/><Relationship Id="rId11" Type="http://schemas.openxmlformats.org/officeDocument/2006/relationships/slideLayout" Target="../slideLayouts/slideLayout44.xml"/><Relationship Id="rId5" Type="http://schemas.openxmlformats.org/officeDocument/2006/relationships/slideLayout" Target="../slideLayouts/slideLayout38.xml"/><Relationship Id="rId10" Type="http://schemas.openxmlformats.org/officeDocument/2006/relationships/slideLayout" Target="../slideLayouts/slideLayout43.xml"/><Relationship Id="rId4" Type="http://schemas.openxmlformats.org/officeDocument/2006/relationships/slideLayout" Target="../slideLayouts/slideLayout37.xml"/><Relationship Id="rId9" Type="http://schemas.openxmlformats.org/officeDocument/2006/relationships/slideLayout" Target="../slideLayouts/slideLayout4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15736" y="0"/>
            <a:ext cx="12229962" cy="6856214"/>
            <a:chOff x="-15736" y="0"/>
            <a:chExt cx="12229962" cy="6856214"/>
          </a:xfrm>
        </p:grpSpPr>
        <p:pic>
          <p:nvPicPr>
            <p:cNvPr id="8" name="Picture 7" descr="HD-PanelContent.png"/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0"/>
              <a:ext cx="12188825" cy="6856214"/>
            </a:xfrm>
            <a:prstGeom prst="rect">
              <a:avLst/>
            </a:prstGeom>
          </p:spPr>
        </p:pic>
        <p:sp>
          <p:nvSpPr>
            <p:cNvPr id="9" name="Rectangle 8"/>
            <p:cNvSpPr/>
            <p:nvPr/>
          </p:nvSpPr>
          <p:spPr>
            <a:xfrm>
              <a:off x="608012" y="609600"/>
              <a:ext cx="10972800" cy="5638800"/>
            </a:xfrm>
            <a:prstGeom prst="rect">
              <a:avLst/>
            </a:prstGeom>
            <a:noFill/>
            <a:ln w="15875" cap="flat">
              <a:miter lim="800000"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pic>
          <p:nvPicPr>
            <p:cNvPr id="10" name="Picture 9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-15736" y="3153832"/>
              <a:ext cx="777240" cy="606425"/>
            </a:xfrm>
            <a:prstGeom prst="rect">
              <a:avLst/>
            </a:prstGeom>
          </p:spPr>
        </p:pic>
        <p:pic>
          <p:nvPicPr>
            <p:cNvPr id="11" name="Picture 10" descr="HDRibbonContent-UniformTrim.png"/>
            <p:cNvPicPr>
              <a:picLocks noChangeAspect="1"/>
            </p:cNvPicPr>
            <p:nvPr/>
          </p:nvPicPr>
          <p:blipFill rotWithShape="1">
            <a:blip r:embed="rId2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11436986" y="3153832"/>
              <a:ext cx="777240" cy="606425"/>
            </a:xfrm>
            <a:prstGeom prst="rect">
              <a:avLst/>
            </a:prstGeom>
          </p:spPr>
        </p:pic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295402" y="982132"/>
            <a:ext cx="9601196" cy="13038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95401" y="2556932"/>
            <a:ext cx="9601196" cy="3318936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677501" y="5969000"/>
            <a:ext cx="16002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95401" y="5969000"/>
            <a:ext cx="7305900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53901" y="5969000"/>
            <a:ext cx="542697" cy="2794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46181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4" r:id="rId1"/>
    <p:sldLayoutId id="2147483745" r:id="rId2"/>
    <p:sldLayoutId id="2147483746" r:id="rId3"/>
    <p:sldLayoutId id="2147483747" r:id="rId4"/>
    <p:sldLayoutId id="2147483748" r:id="rId5"/>
    <p:sldLayoutId id="2147483749" r:id="rId6"/>
    <p:sldLayoutId id="2147483750" r:id="rId7"/>
    <p:sldLayoutId id="2147483751" r:id="rId8"/>
    <p:sldLayoutId id="2147483752" r:id="rId9"/>
    <p:sldLayoutId id="2147483753" r:id="rId10"/>
    <p:sldLayoutId id="2147483754" r:id="rId11"/>
    <p:sldLayoutId id="2147483755" r:id="rId12"/>
    <p:sldLayoutId id="2147483756" r:id="rId13"/>
    <p:sldLayoutId id="2147483757" r:id="rId14"/>
    <p:sldLayoutId id="2147483758" r:id="rId15"/>
    <p:sldLayoutId id="2147483759" r:id="rId16"/>
    <p:sldLayoutId id="2147483760" r:id="rId17"/>
  </p:sldLayoutIdLst>
  <p:transition spd="slow">
    <p:wipe/>
  </p:transition>
  <p:hf hdr="0" ftr="0"/>
  <p:txStyles>
    <p:titleStyle>
      <a:lvl1pPr algn="ctr" defTabSz="457200" rtl="0" eaLnBrk="1" latinLnBrk="0" hangingPunct="1">
        <a:spcBef>
          <a:spcPct val="0"/>
        </a:spcBef>
        <a:buNone/>
        <a:defRPr sz="4400" kern="1200" cap="none">
          <a:ln w="3175" cmpd="sng">
            <a:noFill/>
          </a:ln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20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8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6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/>
        </a:buClr>
        <a:buSzPct val="115000"/>
        <a:buFont typeface="Arial"/>
        <a:buChar char="•"/>
        <a:defRPr sz="1400" kern="1200" cap="none">
          <a:solidFill>
            <a:schemeClr val="tx1">
              <a:lumMod val="85000"/>
              <a:lumOff val="1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78121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62" r:id="rId1"/>
    <p:sldLayoutId id="2147483763" r:id="rId2"/>
    <p:sldLayoutId id="2147483764" r:id="rId3"/>
    <p:sldLayoutId id="2147483765" r:id="rId4"/>
    <p:sldLayoutId id="2147483766" r:id="rId5"/>
    <p:sldLayoutId id="2147483767" r:id="rId6"/>
    <p:sldLayoutId id="2147483768" r:id="rId7"/>
    <p:sldLayoutId id="2147483769" r:id="rId8"/>
    <p:sldLayoutId id="2147483770" r:id="rId9"/>
    <p:sldLayoutId id="2147483771" r:id="rId10"/>
    <p:sldLayoutId id="2147483772" r:id="rId11"/>
    <p:sldLayoutId id="2147483773" r:id="rId12"/>
    <p:sldLayoutId id="2147483774" r:id="rId13"/>
    <p:sldLayoutId id="2147483775" r:id="rId14"/>
    <p:sldLayoutId id="2147483776" r:id="rId15"/>
    <p:sldLayoutId id="2147483777" r:id="rId16"/>
  </p:sldLayoutIdLst>
  <p:transition spd="slow">
    <p:wipe/>
  </p:transition>
  <p:hf hdr="0" ftr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291215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29121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42079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1C4141-DDEA-4464-90E9-19238F32BECB}" type="datetime1">
              <a:rPr lang="en-US" smtClean="0"/>
              <a:t>11/11/2025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626774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ED93F441-B5A0-4814-9AF8-B42C3A286067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0" y="3622291"/>
            <a:ext cx="12192000" cy="2505984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>
          <a:xfrm>
            <a:off x="0" y="6129338"/>
            <a:ext cx="12192000" cy="742950"/>
          </a:xfrm>
          <a:prstGeom prst="rect">
            <a:avLst/>
          </a:prstGeom>
        </p:spPr>
      </p:pic>
      <p:cxnSp>
        <p:nvCxnSpPr>
          <p:cNvPr id="12" name="Straight Connector 11"/>
          <p:cNvCxnSpPr/>
          <p:nvPr/>
        </p:nvCxnSpPr>
        <p:spPr>
          <a:xfrm>
            <a:off x="0" y="6138142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2266879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91" r:id="rId1"/>
    <p:sldLayoutId id="2147483792" r:id="rId2"/>
    <p:sldLayoutId id="2147483793" r:id="rId3"/>
    <p:sldLayoutId id="2147483794" r:id="rId4"/>
    <p:sldLayoutId id="2147483795" r:id="rId5"/>
    <p:sldLayoutId id="2147483796" r:id="rId6"/>
    <p:sldLayoutId id="2147483797" r:id="rId7"/>
    <p:sldLayoutId id="2147483798" r:id="rId8"/>
    <p:sldLayoutId id="2147483799" r:id="rId9"/>
    <p:sldLayoutId id="2147483800" r:id="rId10"/>
    <p:sldLayoutId id="2147483801" r:id="rId11"/>
  </p:sldLayoutIdLst>
  <p:transition spd="slow">
    <p:wipe/>
  </p:transition>
  <p:hf hdr="0" ftr="0"/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1.xml"/><Relationship Id="rId1" Type="http://schemas.openxmlformats.org/officeDocument/2006/relationships/slideLayout" Target="../slideLayouts/slideLayout19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398F1-DF13-493E-8B8A-D3D906162F1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337480" y="1716691"/>
            <a:ext cx="9517039" cy="3078541"/>
          </a:xfrm>
        </p:spPr>
        <p:txBody>
          <a:bodyPr>
            <a:prstTxWarp prst="textButton">
              <a:avLst>
                <a:gd name="adj" fmla="val 10812480"/>
              </a:avLst>
            </a:prstTxWarp>
            <a:normAutofit/>
          </a:bodyPr>
          <a:lstStyle/>
          <a:p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88900" dir="1800000" algn="tl" rotWithShape="0">
                    <a:schemeClr val="bg2">
                      <a:lumMod val="90000"/>
                    </a:schemeClr>
                  </a:outerShdw>
                </a:effectLst>
              </a:rPr>
              <a:t>NGÂN HÀNG ĐỀ THI </a:t>
            </a:r>
            <a:b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88900" dir="1800000" algn="tl" rotWithShape="0">
                    <a:schemeClr val="bg2">
                      <a:lumMod val="90000"/>
                    </a:schemeClr>
                  </a:outerShdw>
                </a:effectLst>
              </a:rPr>
            </a:br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88900" dir="1800000" algn="tl" rotWithShape="0">
                    <a:schemeClr val="bg2">
                      <a:lumMod val="90000"/>
                    </a:schemeClr>
                  </a:outerShdw>
                </a:effectLst>
              </a:rPr>
              <a:t>VẤN ĐÁP </a:t>
            </a:r>
            <a:b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88900" dir="1800000" algn="tl" rotWithShape="0">
                    <a:schemeClr val="bg2">
                      <a:lumMod val="90000"/>
                    </a:schemeClr>
                  </a:outerShdw>
                </a:effectLst>
              </a:rPr>
            </a:br>
            <a:r>
              <a:rPr lang="vi-VN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accent3">
                    <a:lumMod val="75000"/>
                  </a:schemeClr>
                </a:solidFill>
                <a:effectLst>
                  <a:outerShdw dist="88900" dir="1800000" algn="tl" rotWithShape="0">
                    <a:schemeClr val="bg2">
                      <a:lumMod val="90000"/>
                    </a:schemeClr>
                  </a:outerShdw>
                </a:effectLst>
              </a:rPr>
              <a:t>TIN HỌC ĐẠI CƯƠNG </a:t>
            </a:r>
            <a:endParaRPr lang="en-US" b="1" dirty="0">
              <a:ln w="9525">
                <a:solidFill>
                  <a:schemeClr val="bg1"/>
                </a:solidFill>
                <a:prstDash val="solid"/>
              </a:ln>
              <a:solidFill>
                <a:schemeClr val="accent3">
                  <a:lumMod val="75000"/>
                </a:schemeClr>
              </a:solidFill>
              <a:effectLst>
                <a:outerShdw dist="88900" dir="1800000" algn="tl" rotWithShape="0">
                  <a:schemeClr val="bg2">
                    <a:lumMod val="90000"/>
                  </a:schemeClr>
                </a:outerShdw>
              </a:effectLst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BE315115-4095-4389-ADF2-1D4A358073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963CF5-519B-4912-81FC-7027D747D622}" type="datetime1">
              <a:rPr lang="en-US" smtClean="0"/>
              <a:t>11/11/2025</a:t>
            </a:fld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EFB85C2-BAE4-4941-B274-FEBD91D5FB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8905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500">
        <p:split orient="vert"/>
      </p:transition>
    </mc:Choice>
    <mc:Fallback xmlns="">
      <p:transition spd="slow">
        <p:split orient="vert"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A25BF42-39E2-44F0-98A3-2EA5B563934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00181" y="2455073"/>
            <a:ext cx="8596668" cy="1320800"/>
          </a:xfrm>
        </p:spPr>
        <p:txBody>
          <a:bodyPr>
            <a:normAutofit fontScale="90000"/>
          </a:bodyPr>
          <a:lstStyle/>
          <a:p>
            <a:pPr>
              <a:spcBef>
                <a:spcPts val="100"/>
              </a:spcBef>
              <a:spcAft>
                <a:spcPts val="100"/>
              </a:spcAft>
            </a:pP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  <a:hlinkClick r:id="rId2" action="ppaction://hlinksldjump"/>
              </a:rPr>
              <a:t>Microsoft Powerpoint</a:t>
            </a:r>
            <a:b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Microsoft Excel</a:t>
            </a:r>
            <a:b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</a:br>
            <a:r>
              <a:rPr lang="en-US" dirty="0">
                <a:solidFill>
                  <a:schemeClr val="tx1"/>
                </a:solidFill>
                <a:sym typeface="Wingdings" panose="05000000000000000000" pitchFamily="2" charset="2"/>
              </a:rPr>
              <a:t></a:t>
            </a:r>
            <a:r>
              <a:rPr lang="vi-VN" dirty="0">
                <a:solidFill>
                  <a:schemeClr val="tx1"/>
                </a:solidFill>
                <a:sym typeface="Wingdings" panose="05000000000000000000" pitchFamily="2" charset="2"/>
              </a:rPr>
              <a:t> Microsoft Word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BBAD71-2D37-4AA6-A851-84EA12600007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169377" y="6287546"/>
            <a:ext cx="907380" cy="365125"/>
          </a:xfrm>
        </p:spPr>
        <p:txBody>
          <a:bodyPr/>
          <a:lstStyle/>
          <a:p>
            <a:fld id="{647AAD2F-5896-47A3-9C9A-1E2446D1B520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46E55C-F678-4D37-AA7D-0DA156051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346741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800">
        <p:circle/>
      </p:transition>
    </mc:Choice>
    <mc:Fallback>
      <p:transition spd="slow">
        <p:circl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4CDD31-D9E5-4246-B034-166BEFB5A9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0392" y="2171845"/>
            <a:ext cx="9291215" cy="1049235"/>
          </a:xfrm>
        </p:spPr>
        <p:txBody>
          <a:bodyPr/>
          <a:lstStyle/>
          <a:p>
            <a:r>
              <a:rPr lang="vi-VN" dirty="0">
                <a:latin typeface="Bahnschrift SemiBold" panose="020B0502040204020203" pitchFamily="34" charset="0"/>
              </a:rPr>
              <a:t>Thank you for watching</a:t>
            </a:r>
            <a:endParaRPr lang="en-US" dirty="0">
              <a:latin typeface="Bahnschrift SemiBold" panose="020B0502040204020203" pitchFamily="34" charset="0"/>
            </a:endParaRP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00EF631-2121-423D-BDCF-A9CA5E9D078A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-1414016" y="6405855"/>
            <a:ext cx="3500715" cy="309201"/>
          </a:xfrm>
        </p:spPr>
        <p:txBody>
          <a:bodyPr/>
          <a:lstStyle/>
          <a:p>
            <a:fld id="{58F5AC89-CDB6-48BB-B54A-E6FEEBCBF194}" type="datetime1">
              <a:rPr lang="en-US" smtClean="0"/>
              <a:t>11/11/2025</a:t>
            </a:fld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00FB8CA-1B5B-44FB-9E8A-F7206E54D1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D93F441-B5A0-4814-9AF8-B42C3A28606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9422097"/>
      </p:ext>
    </p:extLst>
  </p:cSld>
  <p:clrMapOvr>
    <a:masterClrMapping/>
  </p:clrMapOvr>
  <mc:AlternateContent xmlns:mc="http://schemas.openxmlformats.org/markup-compatibility/2006">
    <mc:Choice xmlns:p15="http://schemas.microsoft.com/office/powerpoint/2012/main" Requires="p15">
      <p:transition xmlns:p14="http://schemas.microsoft.com/office/powerpoint/2010/main" spd="slow" p14:dur="6000">
        <p15:prstTrans prst="curtains"/>
      </p:transition>
    </mc:Choice>
    <mc:Fallback>
      <p:transition spd="slow">
        <p:fade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Organic">
  <a:themeElements>
    <a:clrScheme name="Organic">
      <a:dk1>
        <a:sysClr val="windowText" lastClr="000000"/>
      </a:dk1>
      <a:lt1>
        <a:sysClr val="window" lastClr="FFFFFF"/>
      </a:lt1>
      <a:dk2>
        <a:srgbClr val="212121"/>
      </a:dk2>
      <a:lt2>
        <a:srgbClr val="DADADA"/>
      </a:lt2>
      <a:accent1>
        <a:srgbClr val="83992A"/>
      </a:accent1>
      <a:accent2>
        <a:srgbClr val="3C9770"/>
      </a:accent2>
      <a:accent3>
        <a:srgbClr val="44709D"/>
      </a:accent3>
      <a:accent4>
        <a:srgbClr val="A23C33"/>
      </a:accent4>
      <a:accent5>
        <a:srgbClr val="D97828"/>
      </a:accent5>
      <a:accent6>
        <a:srgbClr val="DEB340"/>
      </a:accent6>
      <a:hlink>
        <a:srgbClr val="A8BF4D"/>
      </a:hlink>
      <a:folHlink>
        <a:srgbClr val="B4CA80"/>
      </a:folHlink>
    </a:clrScheme>
    <a:fontScheme name="Organic">
      <a:majorFont>
        <a:latin typeface="Garamond" panose="02020404030301010803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Garamond" panose="02020404030301010803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inorFont>
    </a:fontScheme>
    <a:fmtScheme name="Organic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2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74000"/>
                <a:satMod val="130000"/>
                <a:lumMod val="90000"/>
              </a:schemeClr>
              <a:schemeClr val="phClr">
                <a:tint val="94000"/>
                <a:satMod val="120000"/>
                <a:lumMod val="104000"/>
              </a:schemeClr>
            </a:duotone>
          </a:blip>
          <a:tile tx="0" ty="0" sx="100000" sy="100000" flip="none" algn="tl"/>
        </a:blip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38100" dist="254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88000"/>
                <a:lumMod val="98000"/>
              </a:schemeClr>
            </a:gs>
          </a:gsLst>
          <a:lin ang="5400000" scaled="0"/>
        </a:gradFill>
        <a:blipFill>
          <a:blip xmlns:r="http://schemas.openxmlformats.org/officeDocument/2006/relationships" r:embed="rId2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rganic" id="{28CDC826-8792-45C0-861B-85EB3ADEDA33}" vid="{7DAC20F1-423D-49E2-BD0B-50532748BAD0}"/>
    </a:ext>
  </a:extLst>
</a:theme>
</file>

<file path=ppt/theme/theme2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3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06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72</TotalTime>
  <Words>17</Words>
  <Application>Microsoft Office PowerPoint</Application>
  <PresentationFormat>Widescreen</PresentationFormat>
  <Paragraphs>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3</vt:i4>
      </vt:variant>
    </vt:vector>
  </HeadingPairs>
  <TitlesOfParts>
    <vt:vector size="15" baseType="lpstr">
      <vt:lpstr>Arial</vt:lpstr>
      <vt:lpstr>Bahnschrift SemiBold</vt:lpstr>
      <vt:lpstr>Calibri</vt:lpstr>
      <vt:lpstr>Century Gothic</vt:lpstr>
      <vt:lpstr>Garamond</vt:lpstr>
      <vt:lpstr>Rockwell</vt:lpstr>
      <vt:lpstr>Tahoma</vt:lpstr>
      <vt:lpstr>Wingdings</vt:lpstr>
      <vt:lpstr>Wingdings 3</vt:lpstr>
      <vt:lpstr>Organic</vt:lpstr>
      <vt:lpstr>Wisp</vt:lpstr>
      <vt:lpstr>Gallery</vt:lpstr>
      <vt:lpstr>NGÂN HÀNG ĐỀ THI  VẤN ĐÁP  TIN HỌC ĐẠI CƯƠNG </vt:lpstr>
      <vt:lpstr> Microsoft Powerpoint  Microsoft Excel  Microsoft Word</vt:lpstr>
      <vt:lpstr>Thank you for watching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NGÂN HÀNG ĐỀ THI  VẤN ĐÁP  TIN HỌC ĐẠI CƯƠNG</dc:title>
  <dc:creator>Admin</dc:creator>
  <cp:lastModifiedBy>Admin</cp:lastModifiedBy>
  <cp:revision>10</cp:revision>
  <dcterms:created xsi:type="dcterms:W3CDTF">2025-11-05T02:12:52Z</dcterms:created>
  <dcterms:modified xsi:type="dcterms:W3CDTF">2025-11-12T02:57:41Z</dcterms:modified>
</cp:coreProperties>
</file>