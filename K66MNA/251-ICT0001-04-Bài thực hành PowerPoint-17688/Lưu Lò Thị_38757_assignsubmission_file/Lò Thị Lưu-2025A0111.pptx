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  <p:sldMasterId id="2147483851" r:id="rId2"/>
    <p:sldMasterId id="2147483903" r:id="rId3"/>
    <p:sldMasterId id="2147483920" r:id="rId4"/>
  </p:sldMasterIdLst>
  <p:notesMasterIdLst>
    <p:notesMasterId r:id="rId9"/>
  </p:notesMasterIdLst>
  <p:handoutMasterIdLst>
    <p:handoutMasterId r:id="rId10"/>
  </p:handout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9ED7B8-4954-476C-B166-D54A554D5F0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96F2B7-6D39-4B5F-8027-3B08DD1D8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03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4B56AF-0ACC-4180-A162-E2591B7FAC3B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EEBAD-8C82-4E93-9F97-1F160AD88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01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1FF49-C118-4B33-8031-D64102495640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925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7FC67-B3E2-4D70-8EF0-F0F30688F3E9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217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309A-ADA5-488F-85A7-37AEF2E8A554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624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4DE02-8BFB-4966-8B30-1FE85767D264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6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A6332-082D-4859-B3CA-742940405EAA}" type="datetime1">
              <a:rPr lang="vi-VN" smtClean="0"/>
              <a:t>09/11/2025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36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962F3-F51B-44A4-AFD5-210C13400D57}" type="datetime1">
              <a:rPr lang="vi-VN" smtClean="0"/>
              <a:t>09/11/2025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748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4E418-E535-4336-9F1A-EF273D080E6C}" type="datetime1">
              <a:rPr lang="vi-VN" smtClean="0"/>
              <a:t>09/11/2025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06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69E98-7C3D-493F-A124-74FBDAB71D04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581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2734F-1490-446B-A774-062E52DB9458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978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B07CE-4A03-43E4-809D-2076C11E8FE2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430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3D17B-430F-4868-B6E9-2775D1E189BE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99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B5421-EBEB-4D3E-91EE-3B155D4E57A3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157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EF2D1-AC7A-4922-9F7C-53843F16411D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26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405DC-3820-45B6-A926-0727ABAFE371}" type="datetime1">
              <a:rPr lang="vi-VN" smtClean="0"/>
              <a:t>09/11/2025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9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DD373-15DB-4559-874E-1E1D799644D4}" type="datetime1">
              <a:rPr lang="vi-VN" smtClean="0"/>
              <a:t>09/11/2025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014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D8416-C5C3-4C87-9A31-7B366EF983B8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18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0A430-E734-4BAF-BFBE-BF4EB60B8573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014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AE584C6-8240-41FD-9A00-1A60BA59A434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358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1A0A3-3E17-4492-A905-A28277E5E720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118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C4342-FF41-4628-B63D-7D4A17B7DB28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9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6B5C7-9784-4A7A-982C-ADFA31B967D3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51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F9CD5-434B-40EB-A6D1-939FB0ADF336}" type="datetime1">
              <a:rPr lang="vi-VN" smtClean="0"/>
              <a:t>09/11/2025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01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A6A00-DE81-4E05-B562-CC9A779855FF}" type="datetime1">
              <a:rPr lang="vi-VN" smtClean="0"/>
              <a:t>09/11/2025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93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0C473-93E1-4282-A0B0-A461E8AD0AAA}" type="datetime1">
              <a:rPr lang="vi-VN" smtClean="0"/>
              <a:t>09/11/2025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627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FAD0A-6ED1-409A-B2A8-E5338A0BBAE8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938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AFFA4-8D8C-4696-8A6C-CE9DC1BF64BD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05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13F2-C46A-407B-AF6C-870DBD707680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28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1FEFA-624A-47B4-A3B8-786515104C8F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293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01C3C-8377-4143-8B68-530FFC003E67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0865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E910-B047-4D22-AD23-7ADAB5CD12C9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88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2F416-4533-4A1D-AB11-1D6F983BF4FA}" type="datetime1">
              <a:rPr lang="vi-VN" smtClean="0"/>
              <a:t>09/11/2025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270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6237B-DE8B-4E1B-89FE-5B3EB72EA6DE}" type="datetime1">
              <a:rPr lang="vi-VN" smtClean="0"/>
              <a:t>09/11/2025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10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3F26-4956-4AFE-9CC5-CFA66C000A1F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960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83BFF-071A-4E94-90F1-2C1267C799FF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515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2DC48-E712-4CD2-B707-36DE263D21A1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31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AA435-9E09-481D-A2AC-C661DFBF3683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5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4E766-B217-4249-99BC-66DB74C757BA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94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92A4-88D2-4A37-8FF1-DC9D7EF6F2EA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72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E5DFB-100D-427D-83DE-22B87680A964}" type="datetime1">
              <a:rPr lang="vi-VN" smtClean="0"/>
              <a:t>09/11/2025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70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29229-77D5-46C8-89EA-48548DC5AB47}" type="datetime1">
              <a:rPr lang="vi-VN" smtClean="0"/>
              <a:t>09/11/2025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345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EA391-5D1F-4DBB-AEEB-FA9678DD5957}" type="datetime1">
              <a:rPr lang="vi-VN" smtClean="0"/>
              <a:t>09/11/2025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609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27DBE-21E1-4B28-B4D5-0D3D57DD40C7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430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5F29D-011F-41D0-AA15-52C67436B31B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180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EBDA-E53B-45B2-9BE8-92B7C23A7C60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98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44C29-D28D-4269-8A58-7C89F5074FFF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83689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3FC53-D4B8-4AF7-9B43-761B35473B9E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05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D7C58-78DD-43BE-B1EC-F57C05D828FC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4771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29345-2CC1-4C7E-8D73-2413B45C9CA6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698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3BE7A-405C-469C-8C59-0B4AB702D9AE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492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7414B-3753-4B26-8E32-7DC9D0B75930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470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92FA-861A-458C-9628-0E67DBF2FA00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019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2E8C5-6A25-4C3E-ACFB-24CEB84C07F4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25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05D5C-E652-47F8-A83C-E1EF35934360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6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1438B-8459-44A1-AA08-3B4E783E00B0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38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FDF53-AEBE-49DB-A336-923A74DA2CA7}" type="datetime1">
              <a:rPr lang="vi-VN" smtClean="0"/>
              <a:t>09/11/2025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905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0ACB0-20BB-4AE2-A4E4-A4B0C5CFFE8F}" type="datetime1">
              <a:rPr lang="vi-VN" smtClean="0"/>
              <a:t>09/11/2025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938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62F6F-17A2-48B3-AD68-0B20F4B3555A}" type="datetime1">
              <a:rPr lang="vi-VN" smtClean="0"/>
              <a:t>09/11/2025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15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EE161-FC6D-4122-8480-450D00899D42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278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162F2-5BBA-4F84-9086-47F598F99EB3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54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534E1-375B-4DF8-A4A5-A45D5EB1070F}" type="datetime1">
              <a:rPr lang="vi-VN" smtClean="0"/>
              <a:t>09/11/2025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2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7B0E6-3A19-45F5-BE8D-81A6ABDD1499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053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56110-27AA-4CCA-AC35-2309686863EC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868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5CAD9-B3EE-4C4D-80E3-CF83297E4EB3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228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E964D-DFB7-4D33-9CAA-49295231E064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64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2BD13-2AB3-4533-A05C-FF461031B7DA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6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79010-2DDF-42A9-BBD0-AED3D4FB9DBD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955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6C37-5245-4277-A64D-DF8F9EC6C5A9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726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3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66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B6ACD63-75D5-4A3B-B089-ACEE5775502E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97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</p:sldLayoutIdLst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hf sldNum="0" hdr="0" ft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95761-F4E8-433E-A0D0-283C2B745B9F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7123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5" r:id="rId14"/>
    <p:sldLayoutId id="2147483866" r:id="rId15"/>
    <p:sldLayoutId id="2147483867" r:id="rId16"/>
    <p:sldLayoutId id="2147483868" r:id="rId17"/>
  </p:sldLayoutIdLst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79A8F-65D2-49EF-9BCE-58886B938589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64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  <p:sldLayoutId id="2147483915" r:id="rId12"/>
    <p:sldLayoutId id="2147483916" r:id="rId13"/>
    <p:sldLayoutId id="2147483917" r:id="rId14"/>
    <p:sldLayoutId id="2147483918" r:id="rId15"/>
    <p:sldLayoutId id="2147483919" r:id="rId16"/>
  </p:sldLayoutIdLst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89250DF-0BA9-4990-B71D-AF021B9AB73A}" type="datetime1">
              <a:rPr lang="vi-VN" smtClean="0"/>
              <a:t>09/11/2025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E2FC0E1-87A5-40C6-91B4-5B9D1D4C5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805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  <p:sldLayoutId id="2147483931" r:id="rId11"/>
    <p:sldLayoutId id="2147483932" r:id="rId12"/>
    <p:sldLayoutId id="2147483933" r:id="rId13"/>
    <p:sldLayoutId id="2147483934" r:id="rId14"/>
    <p:sldLayoutId id="2147483935" r:id="rId15"/>
    <p:sldLayoutId id="2147483936" r:id="rId16"/>
    <p:sldLayoutId id="2147483937" r:id="rId17"/>
  </p:sldLayoutIdLst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L&#242;%20Th&#7883;%20L&#432;u-2025A0111%20MNA.pdf" TargetMode="External"/><Relationship Id="rId1" Type="http://schemas.openxmlformats.org/officeDocument/2006/relationships/slideLayout" Target="../slideLayouts/slideLayout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59621" y="1863969"/>
            <a:ext cx="7877910" cy="3745523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>
                <a:gd name="adj" fmla="val 12334334"/>
              </a:avLst>
            </a:prstTxWarp>
            <a:spAutoFit/>
          </a:bodyPr>
          <a:lstStyle/>
          <a:p>
            <a:pPr algn="ctr">
              <a:spcBef>
                <a:spcPts val="1200"/>
              </a:spcBef>
            </a:pPr>
            <a:r>
              <a:rPr lang="vi-VN" sz="5400" b="1" kern="1300" cap="none" spc="14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88900" dir="3600000" algn="t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NGÂN HÀNG ĐỀ THI</a:t>
            </a:r>
          </a:p>
          <a:p>
            <a:r>
              <a:rPr lang="vi-VN" sz="5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88900" dir="3600000" algn="t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               VẤN ĐÁP</a:t>
            </a:r>
          </a:p>
          <a:p>
            <a:r>
              <a:rPr lang="vi-VN" sz="5400" b="1" kern="1500" cap="none" spc="16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88900" dir="3600000" algn="t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TIN HỌC ĐẠI CƯƠNG</a:t>
            </a:r>
            <a:endParaRPr lang="en-US" sz="5400" b="1" kern="1500" cap="none" spc="16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88900" dir="3600000" algn="t" rotWithShape="0">
                  <a:prstClr val="black">
                    <a:alpha val="40000"/>
                  </a:prstClr>
                </a:outerShdw>
              </a:effectLst>
              <a:latin typeface="Gloucester MT Extra Condensed" panose="02030808020601010101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9340483" y="6402021"/>
            <a:ext cx="2743200" cy="365125"/>
          </a:xfrm>
        </p:spPr>
        <p:txBody>
          <a:bodyPr/>
          <a:lstStyle/>
          <a:p>
            <a:fld id="{2373A6EB-D1EA-4001-84DF-A97815C5ED24}" type="datetime1">
              <a:rPr lang="vi-VN" smtClean="0"/>
              <a:t>09/11/2025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2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Tm="1000">
        <p14:ripple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81088" indent="-1081088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È"/>
            </a:pPr>
            <a:r>
              <a:rPr lang="vi-VN" sz="5400" dirty="0" smtClean="0">
                <a:latin typeface="Constantia" panose="02030602050306030303" pitchFamily="18" charset="0"/>
                <a:hlinkClick r:id="rId2" action="ppaction://hlinksldjump"/>
              </a:rPr>
              <a:t>Microsoft Powerpoint </a:t>
            </a:r>
            <a:endParaRPr lang="vi-VN" sz="5400" dirty="0">
              <a:latin typeface="Constantia" panose="02030602050306030303" pitchFamily="18" charset="0"/>
            </a:endParaRPr>
          </a:p>
          <a:p>
            <a:pPr marL="1081088" indent="-1081088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È"/>
            </a:pPr>
            <a:r>
              <a:rPr lang="vi-VN" sz="5400" cap="none" dirty="0" smtClean="0">
                <a:latin typeface="Constantia" panose="02030602050306030303" pitchFamily="18" charset="0"/>
              </a:rPr>
              <a:t>Microsoft Excel</a:t>
            </a:r>
          </a:p>
          <a:p>
            <a:pPr marL="1081088" indent="-1081088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È"/>
            </a:pPr>
            <a:r>
              <a:rPr lang="vi-VN" sz="5400" cap="none" dirty="0" smtClean="0">
                <a:latin typeface="Constantia" panose="02030602050306030303" pitchFamily="18" charset="0"/>
              </a:rPr>
              <a:t>Microsoft Word</a:t>
            </a:r>
            <a:endParaRPr lang="en-US" sz="5400" cap="none" dirty="0">
              <a:latin typeface="Constantia" panose="02030602050306030303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4B041-0541-4C52-B11A-C1177C9FDA11}" type="datetime1">
              <a:rPr lang="vi-VN" smtClean="0"/>
              <a:t>09/11/2025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6666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1000">
        <p15:prstTrans prst="crush"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341E0-CBFF-47A1-91B4-873C715477D6}" type="datetime1">
              <a:rPr lang="vi-VN" smtClean="0"/>
              <a:t>09/11/2025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111530"/>
      </p:ext>
    </p:extLst>
  </p:cSld>
  <p:clrMapOvr>
    <a:masterClrMapping/>
  </p:clrMapOvr>
  <p:transition spd="slow" advTm="1000">
    <p:comb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4B0BC-F8B3-495F-9102-25B4D8FA9333}" type="datetime1">
              <a:rPr lang="vi-VN" smtClean="0"/>
              <a:t>09/11/2025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03630" y="2967335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08875" y="2967335"/>
            <a:ext cx="10840933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vi-VN" sz="28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hlinkClick r:id="rId2" action="ppaction://hlinkfile"/>
              </a:rPr>
              <a:t>Lò Thị Lưu-2025A0111 MNA.pdf</a:t>
            </a:r>
            <a:endParaRPr lang="en-US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94037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000">
        <p14:window dir="vert"/>
      </p:transition>
    </mc:Choice>
    <mc:Fallback xmlns="">
      <p:transition spd="slow" advTm="1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Drople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ppt/theme/theme2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3.xml><?xml version="1.0" encoding="utf-8"?>
<a:theme xmlns:a="http://schemas.openxmlformats.org/drawingml/2006/main" name="1_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4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224</TotalTime>
  <Words>25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</vt:i4>
      </vt:variant>
    </vt:vector>
  </HeadingPairs>
  <TitlesOfParts>
    <vt:vector size="20" baseType="lpstr">
      <vt:lpstr>Arial</vt:lpstr>
      <vt:lpstr>Calibri</vt:lpstr>
      <vt:lpstr>Century Gothic</vt:lpstr>
      <vt:lpstr>Constantia</vt:lpstr>
      <vt:lpstr>Corbel</vt:lpstr>
      <vt:lpstr>Gloucester MT Extra Condensed</vt:lpstr>
      <vt:lpstr>Tahoma</vt:lpstr>
      <vt:lpstr>Times New Roman</vt:lpstr>
      <vt:lpstr>Tw Cen MT</vt:lpstr>
      <vt:lpstr>Trebuchet MS</vt:lpstr>
      <vt:lpstr>Wingdings</vt:lpstr>
      <vt:lpstr>Wingdings 3</vt:lpstr>
      <vt:lpstr>Droplet</vt:lpstr>
      <vt:lpstr>Circuit</vt:lpstr>
      <vt:lpstr>1_Wisp</vt:lpstr>
      <vt:lpstr>Parallax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33</cp:revision>
  <cp:lastPrinted>2025-11-09T03:01:42Z</cp:lastPrinted>
  <dcterms:created xsi:type="dcterms:W3CDTF">2025-11-06T16:02:46Z</dcterms:created>
  <dcterms:modified xsi:type="dcterms:W3CDTF">2025-11-09T03:02:45Z</dcterms:modified>
</cp:coreProperties>
</file>