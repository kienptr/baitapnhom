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24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5C4-BDC2-41EC-BC81-43D5B1AC24D6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AA10E-F9CE-4776-A902-B4BD296F50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039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4D9F5-6A7A-48E8-B4BB-784C1D39788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9ACE1-B2BF-4E82-8ADE-2E711785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59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9ACE1-B2BF-4E82-8ADE-2E711785659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381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CD74-9689-4D25-87A1-3056048CC85A}" type="datetime1">
              <a:rPr lang="en-GB" smtClean="0"/>
              <a:t>08/11/2025</a:t>
            </a:fld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1731-ACBE-4B8B-8525-02CC83197637}" type="datetime1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9830-04A4-4C2A-8B69-5C9B0AC55C42}" type="datetime1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DCC3-8D0C-4F74-AD7E-BA07109F1376}" type="datetime1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4846-97D8-4C9A-BAFD-BAFC03D1F94D}" type="datetime1">
              <a:rPr lang="en-GB" smtClean="0"/>
              <a:t>08/11/2025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D310-0D56-4DCA-9C90-9B5CCC2ADE62}" type="datetime1">
              <a:rPr lang="en-GB" smtClean="0"/>
              <a:t>08/11/2025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46F5-33DD-4244-956A-A997FCE74BA8}" type="datetime1">
              <a:rPr lang="en-GB" smtClean="0"/>
              <a:t>08/11/2025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24680-9283-4B20-9ACF-628D8ABF23E5}" type="datetime1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927A-3B4D-4FB9-B688-7B830C043E14}" type="datetime1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8BAE-D7B3-4684-9CC3-BE14DF886E91}" type="datetime1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2B93-E4D0-4F3A-B664-90DCD870BAFA}" type="datetime1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DCB82C9-C777-42E8-A69B-1BAA4B2CE9CB}" type="datetime1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820B208C-C540-40EE-9A02-49E912F6FE3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  <p:hf sldNum="0" hdr="0" ftr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../Desktop/L&#242;%20Th&#7883;%20HI&#7873;n.2025A0059mnA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22833" y="2391271"/>
            <a:ext cx="5931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6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NGÂN HÀNG ĐỀ THI</a:t>
            </a:r>
            <a:endParaRPr lang="en-US" sz="6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13210" y="2836890"/>
            <a:ext cx="2805383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Plain">
              <a:avLst/>
            </a:prstTxWarp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VẤN ĐÁP</a:t>
            </a:r>
            <a:endParaRPr 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91840" y="3720470"/>
            <a:ext cx="6248122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6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2700" dist="88900" dir="36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TIN HỌC ĐẠI CƯƠNG</a:t>
            </a:r>
            <a:endParaRPr lang="en-US" sz="66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2700" dist="88900" dir="36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1ABAE-45DE-4B78-8C46-DEAFE46DCFDD}" type="datetime1">
              <a:rPr lang="en-GB" smtClean="0"/>
              <a:t>08/11/2025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40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88640"/>
            <a:ext cx="8229600" cy="50405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4000" dirty="0" smtClean="0"/>
          </a:p>
          <a:p>
            <a:pPr marL="0" indent="0">
              <a:buNone/>
            </a:pPr>
            <a:endParaRPr lang="en-GB" sz="4000" dirty="0" smtClean="0"/>
          </a:p>
          <a:p>
            <a:pPr>
              <a:buFont typeface="Wingdings" pitchFamily="2" charset="2"/>
              <a:buChar char=""/>
            </a:pPr>
            <a:r>
              <a:rPr lang="en-GB" sz="4800" dirty="0">
                <a:solidFill>
                  <a:srgbClr val="0070C0"/>
                </a:solidFill>
                <a:hlinkClick r:id="rId2" action="ppaction://hlinksldjump"/>
              </a:rPr>
              <a:t>Microsoft </a:t>
            </a:r>
            <a:r>
              <a:rPr lang="en-GB" sz="4800" dirty="0" smtClean="0">
                <a:solidFill>
                  <a:srgbClr val="0070C0"/>
                </a:solidFill>
                <a:hlinkClick r:id="rId2" action="ppaction://hlinksldjump"/>
              </a:rPr>
              <a:t>Powerpoint</a:t>
            </a:r>
            <a:endParaRPr lang="en-GB" sz="4800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"/>
            </a:pPr>
            <a:r>
              <a:rPr lang="en-GB" sz="4800" dirty="0">
                <a:solidFill>
                  <a:srgbClr val="0070C0"/>
                </a:solidFill>
              </a:rPr>
              <a:t>Microsoft </a:t>
            </a:r>
            <a:r>
              <a:rPr lang="en-GB" sz="4800" dirty="0" smtClean="0">
                <a:solidFill>
                  <a:srgbClr val="0070C0"/>
                </a:solidFill>
              </a:rPr>
              <a:t>Excel</a:t>
            </a:r>
          </a:p>
          <a:p>
            <a:pPr>
              <a:buFont typeface="Wingdings" pitchFamily="2" charset="2"/>
              <a:buChar char=""/>
            </a:pPr>
            <a:r>
              <a:rPr lang="en-GB" sz="4800" dirty="0" smtClean="0">
                <a:solidFill>
                  <a:srgbClr val="0070C0"/>
                </a:solidFill>
              </a:rPr>
              <a:t>Microsoft </a:t>
            </a:r>
            <a:r>
              <a:rPr lang="en-GB" sz="4800" dirty="0">
                <a:solidFill>
                  <a:srgbClr val="0070C0"/>
                </a:solidFill>
              </a:rPr>
              <a:t>Word</a:t>
            </a:r>
          </a:p>
          <a:p>
            <a:pPr>
              <a:buFont typeface="Wingdings" pitchFamily="2" charset="2"/>
              <a:buChar char=""/>
            </a:pPr>
            <a:endParaRPr lang="en-GB" sz="4000" dirty="0"/>
          </a:p>
          <a:p>
            <a:pPr>
              <a:buFont typeface="Wingdings" pitchFamily="2" charset="2"/>
              <a:buChar char=""/>
            </a:pPr>
            <a:endParaRPr lang="en-GB" sz="4000" dirty="0"/>
          </a:p>
          <a:p>
            <a:pPr>
              <a:buFont typeface="Wingdings" pitchFamily="2" charset="2"/>
              <a:buChar char=""/>
            </a:pPr>
            <a:endParaRPr lang="en-GB" sz="4000" dirty="0"/>
          </a:p>
          <a:p>
            <a:pPr>
              <a:buFont typeface="Wingdings" pitchFamily="2" charset="2"/>
              <a:buChar char=""/>
            </a:pPr>
            <a:endParaRPr lang="en-GB" sz="4000" dirty="0" smtClean="0"/>
          </a:p>
          <a:p>
            <a:pPr>
              <a:buFont typeface="Wingdings" pitchFamily="2" charset="2"/>
              <a:buChar char=""/>
            </a:pPr>
            <a:endParaRPr lang="en-GB" sz="4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AAA9-F55F-4D8D-B5C5-B76D7624F620}" type="datetime1">
              <a:rPr lang="en-GB" smtClean="0"/>
              <a:t>08/11/2025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52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DA35-CD9F-4D2C-91EA-39EBD36C4228}" type="datetime1">
              <a:rPr lang="en-GB" smtClean="0"/>
              <a:t>08/11/2025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922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B6192-CB1A-49D2-BA3F-8A696E587259}" type="datetime1">
              <a:rPr lang="en-GB" smtClean="0"/>
              <a:t>08/11/2025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933020" y="2967335"/>
            <a:ext cx="72779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hlinkClick r:id="rId2" action="ppaction://hlinkfile"/>
              </a:rPr>
              <a:t>..\Desktop\Lò Thị HIền.2025A0059mnA.pdf</a:t>
            </a:r>
            <a:endParaRPr lang="en-US" sz="2800" b="1" cap="none" spc="0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044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000">
        <p14:ripple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86</TotalTime>
  <Words>25</Words>
  <Application>Microsoft Office PowerPoint</Application>
  <PresentationFormat>On-screen Show (4:3)</PresentationFormat>
  <Paragraphs>17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Executive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DALat</dc:creator>
  <cp:lastModifiedBy>DALat</cp:lastModifiedBy>
  <cp:revision>10</cp:revision>
  <cp:lastPrinted>2025-11-08T06:11:06Z</cp:lastPrinted>
  <dcterms:created xsi:type="dcterms:W3CDTF">2025-11-08T04:58:29Z</dcterms:created>
  <dcterms:modified xsi:type="dcterms:W3CDTF">2025-11-08T06:26:04Z</dcterms:modified>
</cp:coreProperties>
</file>