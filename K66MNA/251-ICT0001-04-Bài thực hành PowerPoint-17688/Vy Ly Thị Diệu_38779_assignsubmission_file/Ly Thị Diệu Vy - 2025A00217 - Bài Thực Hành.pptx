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13" r:id="rId2"/>
    <p:sldMasterId id="2147483742" r:id="rId3"/>
  </p:sldMasterIdLst>
  <p:notesMasterIdLst>
    <p:notesMasterId r:id="rId7"/>
  </p:notesMasterIdLst>
  <p:sldIdLst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E9BC2-095B-4CCA-9C0A-BCBDEC7DEB3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724FDD-AD51-45C8-AC76-ECDC6D8E7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52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3587-400C-4B49-AF74-D93AC947C60D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82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DAA2-0309-4DCA-A9E0-1554F13647EF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11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6DBF-CFBE-4B5A-A9F5-81A0CF7E6C5E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08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4083C-53C7-4036-B725-5E8E9C414E5D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74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17292-23ED-498D-8656-4DA79C539F78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05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2572-D3D1-4A52-B319-A500F5E69E0E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45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DEC7D-230F-4177-9ECB-1D324C15ED52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11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F00B5-48C4-49F0-99D0-865CDB0395AB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72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3D1-F8B4-40C1-94C0-46971F7118E1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99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2B3D5-6BB6-4E3A-A499-1EFC079C328C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948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177E-6BC4-41BA-99AA-4530D691B273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14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BE37C72-3048-4FE4-B3AD-8A8A4CB2256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470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4905-EF0E-4559-AF6A-B370919A7381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17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7D18E-D49D-4C7C-9B19-86140505101D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841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14CE-E578-46E7-AD0C-CAB2400D49FE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31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0B686-18C9-4534-8815-36F37EFB0CC3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6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EE7D2-860B-4E51-AD55-7E013AC64F8B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201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1266-DF91-41B1-A7F4-1A18BE6113B8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396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E9248-1D50-40EC-B679-70ADF9054C53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81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F7B47-7574-4454-A512-BE80DE2995EE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0267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43703-12E0-40F8-8BB3-B5C5E5DDDF8F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4274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1D77-144E-4BF2-84EB-6F78F6633B66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4761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EB18-D7A4-40D0-A6C2-1467E88F0BA0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814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93260-5552-4A37-8B20-3E5A29DC3EEE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2334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E5D0-258B-4BB4-BF09-610DD5C8AFF8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852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31190-1504-43FB-A0D9-0DBC17C0A33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441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FB0B-8700-4B00-8702-62D9FD1298AC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180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3355-1A77-463A-8E25-0509BDCE006B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5107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8D819-04D5-4C91-A682-6BB6F1C008D2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517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8A1A-032B-4C99-99D2-8923BF698793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366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56B7A-E5C6-41E6-A2DA-D4B8256C73C5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4367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BC59-6D9E-4427-BA26-76DB2EECF94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076143"/>
      </p:ext>
    </p:extLst>
  </p:cSld>
  <p:clrMapOvr>
    <a:masterClrMapping/>
  </p:clrMapOvr>
  <p:hf sldNum="0" hdr="0" ft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BC59-6D9E-4427-BA26-76DB2EECF94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1603909"/>
      </p:ext>
    </p:extLst>
  </p:cSld>
  <p:clrMapOvr>
    <a:masterClrMapping/>
  </p:clrMapOvr>
  <p:hf sldNum="0" hdr="0" ft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BC59-6D9E-4427-BA26-76DB2EECF94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477804"/>
      </p:ext>
    </p:extLst>
  </p:cSld>
  <p:clrMapOvr>
    <a:masterClrMapping/>
  </p:clrMapOvr>
  <p:hf sldNum="0" hdr="0" ft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BC59-6D9E-4427-BA26-76DB2EECF94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4680196"/>
      </p:ext>
    </p:extLst>
  </p:cSld>
  <p:clrMapOvr>
    <a:masterClrMapping/>
  </p:clrMapOvr>
  <p:hf sldNum="0" hdr="0" ft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BC59-6D9E-4427-BA26-76DB2EECF94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46512"/>
      </p:ext>
    </p:extLst>
  </p:cSld>
  <p:clrMapOvr>
    <a:masterClrMapping/>
  </p:clrMapOvr>
  <p:hf sldNum="0" hdr="0" ft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57EA5-9584-4C54-BF90-E81863B70C3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0870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37B4-8FD8-4BC6-9817-4E120D545663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82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77C35-414D-4D1A-BF89-C005F2A3A4A3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45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AD86106-4A0C-460E-A428-63B61BD735A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435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77C35-414D-4D1A-BF89-C005F2A3A4A3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909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</p:sldLayoutIdLst>
  <p:hf sldNum="0"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854504-A441-9D96-757E-8094AA0C266E}"/>
              </a:ext>
            </a:extLst>
          </p:cNvPr>
          <p:cNvSpPr/>
          <p:nvPr/>
        </p:nvSpPr>
        <p:spPr>
          <a:xfrm>
            <a:off x="2439390" y="2673421"/>
            <a:ext cx="7313220" cy="258532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</a:bodyPr>
          <a:lstStyle/>
          <a:p>
            <a:pPr algn="ctr"/>
            <a:endParaRPr lang="vi-VN" sz="5400" b="1" dirty="0">
              <a:ln w="13462">
                <a:solidFill>
                  <a:schemeClr val="accent3">
                    <a:lumMod val="40000"/>
                    <a:lumOff val="60000"/>
                  </a:schemeClr>
                </a:solidFill>
                <a:prstDash val="solid"/>
              </a:ln>
              <a:solidFill>
                <a:schemeClr val="accent3">
                  <a:lumMod val="60000"/>
                  <a:lumOff val="40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22D8A9-7AD8-2DC6-1264-10842B14D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 sz="2000" b="1" dirty="0">
                <a:solidFill>
                  <a:schemeClr val="tx1"/>
                </a:solidFill>
                <a:latin typeface="+mj-lt"/>
              </a:rPr>
              <a:t>9/11/2025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410CD8-77DA-7C2C-D96A-059BC48D2E6C}"/>
              </a:ext>
            </a:extLst>
          </p:cNvPr>
          <p:cNvSpPr/>
          <p:nvPr/>
        </p:nvSpPr>
        <p:spPr>
          <a:xfrm>
            <a:off x="4139782" y="569575"/>
            <a:ext cx="356700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vi-VN" sz="2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Phần POWERPOINT</a:t>
            </a:r>
            <a:endParaRPr 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6ED975-3BA6-753A-50D5-1C64EB58C1FB}"/>
              </a:ext>
            </a:extLst>
          </p:cNvPr>
          <p:cNvSpPr/>
          <p:nvPr/>
        </p:nvSpPr>
        <p:spPr>
          <a:xfrm>
            <a:off x="2906207" y="2581507"/>
            <a:ext cx="9991645" cy="258532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</a:bodyPr>
          <a:lstStyle/>
          <a:p>
            <a:pPr algn="ctr"/>
            <a:endParaRPr lang="vi-VN" sz="5400" b="0" cap="none" spc="0" dirty="0">
              <a:ln w="0"/>
              <a:solidFill>
                <a:schemeClr val="tx1"/>
              </a:solidFill>
              <a:effectLst>
                <a:outerShdw blurRad="88900" dist="25400" dir="2700000" sx="104000" sy="104000" algn="tl" rotWithShape="0">
                  <a:schemeClr val="dk1">
                    <a:alpha val="3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AEF468-27E2-4121-499D-55EB51299D61}"/>
              </a:ext>
            </a:extLst>
          </p:cNvPr>
          <p:cNvSpPr/>
          <p:nvPr/>
        </p:nvSpPr>
        <p:spPr>
          <a:xfrm>
            <a:off x="2439390" y="2581507"/>
            <a:ext cx="7313220" cy="258532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endParaRPr lang="vi-VN" sz="5400" b="1" dirty="0">
              <a:ln/>
              <a:solidFill>
                <a:schemeClr val="accent4"/>
              </a:solidFill>
              <a:effectLst>
                <a:innerShdw dist="38100" dir="900000">
                  <a:schemeClr val="accent3">
                    <a:lumMod val="60000"/>
                    <a:lumOff val="40000"/>
                    <a:alpha val="50000"/>
                  </a:schemeClr>
                </a:innerShdw>
              </a:effectLst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7D5BF6-E8C9-7D70-5890-909738356ED8}"/>
              </a:ext>
            </a:extLst>
          </p:cNvPr>
          <p:cNvSpPr/>
          <p:nvPr/>
        </p:nvSpPr>
        <p:spPr>
          <a:xfrm>
            <a:off x="9371867" y="1092795"/>
            <a:ext cx="18473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vi-VN" sz="5400" b="0" cap="none" spc="0" dirty="0">
              <a:ln w="0"/>
              <a:solidFill>
                <a:schemeClr val="tx2">
                  <a:lumMod val="20000"/>
                  <a:lumOff val="8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sz="5400" b="0" cap="none" spc="0" dirty="0">
              <a:ln w="0"/>
              <a:solidFill>
                <a:schemeClr val="tx2">
                  <a:lumMod val="20000"/>
                  <a:lumOff val="8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B565CD-D8DB-1D93-FD68-9191B97E6EFA}"/>
              </a:ext>
            </a:extLst>
          </p:cNvPr>
          <p:cNvSpPr/>
          <p:nvPr/>
        </p:nvSpPr>
        <p:spPr>
          <a:xfrm>
            <a:off x="2702282" y="2190401"/>
            <a:ext cx="7050328" cy="258532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  <a:scene3d>
              <a:camera prst="perspectiveFront"/>
              <a:lightRig rig="threePt" dir="t"/>
            </a:scene3d>
          </a:bodyPr>
          <a:lstStyle/>
          <a:p>
            <a:pPr algn="ctr"/>
            <a:r>
              <a:rPr lang="vi-VN" sz="5400" b="0" cap="none" spc="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dist="38100" dir="2700000" sx="102000" sy="102000" algn="tl" rotWithShape="0">
                    <a:schemeClr val="bg2">
                      <a:lumMod val="75000"/>
                      <a:alpha val="70000"/>
                    </a:schemeClr>
                  </a:outerShdw>
                </a:effectLst>
                <a:latin typeface="+mj-lt"/>
              </a:rPr>
              <a:t>NGÂN HÀNG ĐỀ THI</a:t>
            </a:r>
          </a:p>
          <a:p>
            <a:pPr algn="ctr"/>
            <a:r>
              <a:rPr lang="vi-VN" sz="5400" b="0" cap="none" spc="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dist="38100" dir="2700000" sx="102000" sy="102000" algn="tl" rotWithShape="0">
                    <a:schemeClr val="bg2">
                      <a:lumMod val="75000"/>
                      <a:alpha val="70000"/>
                    </a:schemeClr>
                  </a:outerShdw>
                </a:effectLst>
                <a:latin typeface="+mj-lt"/>
              </a:rPr>
              <a:t>VẤN ĐÁP</a:t>
            </a:r>
          </a:p>
          <a:p>
            <a:pPr algn="ctr"/>
            <a:r>
              <a:rPr lang="vi-VN" sz="5400" b="0" cap="none" spc="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dist="38100" dir="2700000" sx="102000" sy="102000" algn="tl" rotWithShape="0">
                    <a:schemeClr val="bg2">
                      <a:lumMod val="75000"/>
                      <a:alpha val="70000"/>
                    </a:schemeClr>
                  </a:outerShdw>
                </a:effectLst>
                <a:latin typeface="+mj-lt"/>
              </a:rPr>
              <a:t>TIN HỌC ĐẠI CƯƠNG</a:t>
            </a:r>
            <a:endParaRPr lang="en-US" sz="5400" b="0" cap="none" spc="0" dirty="0">
              <a:ln w="0"/>
              <a:solidFill>
                <a:schemeClr val="accent4">
                  <a:lumMod val="75000"/>
                </a:schemeClr>
              </a:solidFill>
              <a:effectLst>
                <a:outerShdw dist="38100" dir="2700000" sx="102000" sy="102000" algn="tl" rotWithShape="0">
                  <a:schemeClr val="bg2">
                    <a:lumMod val="75000"/>
                    <a:alpha val="7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78494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463E82-6166-8D56-C2E3-2B5F43B1972F}"/>
              </a:ext>
            </a:extLst>
          </p:cNvPr>
          <p:cNvSpPr/>
          <p:nvPr/>
        </p:nvSpPr>
        <p:spPr>
          <a:xfrm>
            <a:off x="482098" y="735763"/>
            <a:ext cx="5167588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vi-VN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                N</a:t>
            </a:r>
            <a:r>
              <a:rPr lang="vi-VN" sz="2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ội dung</a:t>
            </a:r>
          </a:p>
          <a:p>
            <a:pPr algn="ctr"/>
            <a:endParaRPr lang="vi-VN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  <a:p>
            <a:pPr algn="ctr"/>
            <a:endParaRPr lang="vi-VN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  <a:p>
            <a:pPr algn="ctr"/>
            <a:endParaRPr lang="vi-VN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  <a:p>
            <a:pPr algn="ctr"/>
            <a:endParaRPr lang="vi-VN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3CB3E1-7A8E-49BA-DA09-A7136F8E25B6}"/>
              </a:ext>
            </a:extLst>
          </p:cNvPr>
          <p:cNvSpPr/>
          <p:nvPr/>
        </p:nvSpPr>
        <p:spPr>
          <a:xfrm>
            <a:off x="2295728" y="1301115"/>
            <a:ext cx="382829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Microsoft PowerPoint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7DB341-78F1-55FA-B3ED-DD33606669DC}"/>
              </a:ext>
            </a:extLst>
          </p:cNvPr>
          <p:cNvSpPr/>
          <p:nvPr/>
        </p:nvSpPr>
        <p:spPr>
          <a:xfrm>
            <a:off x="1429338" y="1824335"/>
            <a:ext cx="466666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vi-VN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Microsoft Excel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F39BF5-E2F7-4DC6-3F07-189D7D23AE9C}"/>
              </a:ext>
            </a:extLst>
          </p:cNvPr>
          <p:cNvSpPr/>
          <p:nvPr/>
        </p:nvSpPr>
        <p:spPr>
          <a:xfrm>
            <a:off x="2295728" y="2368621"/>
            <a:ext cx="293388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vi-VN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Microsoft Word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FD8D2D8-0B15-B66A-973F-9DD40C2A39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434823" y="6122237"/>
            <a:ext cx="3500715" cy="309201"/>
          </a:xfrm>
        </p:spPr>
        <p:txBody>
          <a:bodyPr/>
          <a:lstStyle/>
          <a:p>
            <a:r>
              <a:rPr lang="vi-V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9/11/2025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83191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DBA7D3-307A-5E0E-05C1-C42FA407952E}"/>
              </a:ext>
            </a:extLst>
          </p:cNvPr>
          <p:cNvSpPr/>
          <p:nvPr/>
        </p:nvSpPr>
        <p:spPr>
          <a:xfrm>
            <a:off x="3958240" y="2967335"/>
            <a:ext cx="427552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vi-VN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Microsoft PowerPoint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9F2A19-4C4E-244C-DF1C-930E48E89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9/11/2025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18813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88</TotalTime>
  <Words>26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5" baseType="lpstr">
      <vt:lpstr>Arial</vt:lpstr>
      <vt:lpstr>Calibri</vt:lpstr>
      <vt:lpstr>Calibri Light</vt:lpstr>
      <vt:lpstr>Tahoma</vt:lpstr>
      <vt:lpstr>Times New Roman</vt:lpstr>
      <vt:lpstr>Trebuchet MS</vt:lpstr>
      <vt:lpstr>Tw Cen MT</vt:lpstr>
      <vt:lpstr>Tw Cen MT Condensed</vt:lpstr>
      <vt:lpstr>Wingdings 3</vt:lpstr>
      <vt:lpstr>Office Theme</vt:lpstr>
      <vt:lpstr>Integral</vt:lpstr>
      <vt:lpstr>Facet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chip .</dc:creator>
  <cp:lastModifiedBy>chip .</cp:lastModifiedBy>
  <cp:revision>4</cp:revision>
  <dcterms:created xsi:type="dcterms:W3CDTF">2025-11-07T12:44:29Z</dcterms:created>
  <dcterms:modified xsi:type="dcterms:W3CDTF">2025-11-12T05:43:28Z</dcterms:modified>
</cp:coreProperties>
</file>