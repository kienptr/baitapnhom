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6A531-6790-4CD3-B367-113593907FB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45EFE-454F-452F-80C5-F1837A0F7F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093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DD635-23BB-48BB-9BE9-3281001B6565}" type="datetime1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12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5B2D-A4D1-42AC-9206-D91483777D6F}" type="datetime1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83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F378-B98C-47F6-8EF6-20AF2A6180AD}" type="datetime1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68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F9CC-E490-40E2-9A22-038E03D2ED6D}" type="datetime1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65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F2BCE-34E6-41A7-8C98-527A9EF83AD5}" type="datetime1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85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72B63-7454-4B53-A83B-B45804FF036B}" type="datetime1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033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4350-B5F7-408B-9BCB-A23F406CE336}" type="datetime1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0C9-F0EA-446E-8DD3-C4848B405B17}" type="datetime1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87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36D67E0-3A6B-41CE-9816-705C4AFE12BB}" type="datetime1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21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A2E3F-02D4-40A9-A485-F74AF61E4DB6}" type="datetime1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310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A95E3-6AF3-4C5A-ABED-0461369C5A26}" type="datetime1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28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37929-1B65-4B5B-B3EF-E5761887D17C}" type="datetime1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F7EB248-4EBA-4528-9CE6-C0B1E701608A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96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CE8E-DBA2-4AC8-AFF4-C2BB60E2C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1225" y="802298"/>
            <a:ext cx="8873627" cy="2541431"/>
          </a:xfrm>
        </p:spPr>
        <p:txBody>
          <a:bodyPr>
            <a:prstTxWarp prst="textButton">
              <a:avLst>
                <a:gd name="adj" fmla="val 10680054"/>
              </a:avLst>
            </a:prstTxWarp>
            <a:normAutofit fontScale="90000"/>
          </a:bodyPr>
          <a:lstStyle/>
          <a:p>
            <a:r>
              <a:rPr lang="vi-VN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NGÂN HÀNG ĐỀ THI </a:t>
            </a:r>
            <a:br>
              <a:rPr lang="vi-VN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</a:br>
            <a:r>
              <a:rPr lang="vi-VN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VẤN ĐÁP                 </a:t>
            </a:r>
            <a:br>
              <a:rPr lang="vi-VN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</a:br>
            <a:r>
              <a:rPr lang="vi-VN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TIN HỌC ĐẠI CƯƠNG</a:t>
            </a:r>
            <a:endParaRPr lang="en-GB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5FAB1-E4FF-4C2D-B85A-0C2DC5E63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DD635-23BB-48BB-9BE9-3281001B6565}" type="datetime1">
              <a:rPr lang="en-GB" smtClean="0"/>
              <a:t>12/11/2025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5913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B631-2B7A-4C53-82C5-E34255A4CD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vi-VN" sz="4400" dirty="0">
                <a:sym typeface="Wingdings" panose="05000000000000000000" pitchFamily="2" charset="2"/>
              </a:rPr>
              <a:t></a:t>
            </a:r>
            <a:r>
              <a:rPr lang="vi-VN" sz="4400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Powerpoint</a:t>
            </a:r>
            <a:br>
              <a:rPr lang="vi-VN" sz="4400" dirty="0"/>
            </a:br>
            <a:r>
              <a:rPr lang="vi-VN" sz="4400" dirty="0">
                <a:sym typeface="Wingdings" panose="05000000000000000000" pitchFamily="2" charset="2"/>
              </a:rPr>
              <a:t></a:t>
            </a:r>
            <a:r>
              <a:rPr lang="vi-VN" sz="4400" dirty="0"/>
              <a:t>Microsoft Excel</a:t>
            </a:r>
            <a:br>
              <a:rPr lang="vi-VN" sz="4400" dirty="0"/>
            </a:br>
            <a:r>
              <a:rPr lang="vi-VN" sz="4400" dirty="0">
                <a:sym typeface="Wingdings" panose="05000000000000000000" pitchFamily="2" charset="2"/>
              </a:rPr>
              <a:t></a:t>
            </a:r>
            <a:r>
              <a:rPr lang="vi-VN" sz="4400" dirty="0"/>
              <a:t>Microsoft Word</a:t>
            </a:r>
            <a:endParaRPr lang="en-GB" sz="4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13EFD-1B5A-43A4-BEEE-85CE2208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94F3-D156-4C16-BFA9-73862083C13D}" type="datetime1">
              <a:rPr lang="en-GB" smtClean="0"/>
              <a:t>12/11/2025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1132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472E-F9F3-4FBC-8D3D-7FE81C5C1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7329" y="785365"/>
            <a:ext cx="8637073" cy="2541431"/>
          </a:xfrm>
        </p:spPr>
        <p:txBody>
          <a:bodyPr>
            <a:normAutofit/>
          </a:bodyPr>
          <a:lstStyle/>
          <a:p>
            <a:r>
              <a:rPr lang="vi-VN" sz="4400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Powerpoint</a:t>
            </a:r>
            <a:endParaRPr lang="en-GB" sz="4400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DE5F3-5502-4A8F-A8A0-4A5C89838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0FCD-36EB-43B2-822E-D5B78430E8F1}" type="datetime1">
              <a:rPr lang="en-GB" smtClean="0"/>
              <a:t>12/11/2025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890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</TotalTime>
  <Words>31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Gill Sans MT</vt:lpstr>
      <vt:lpstr>Times New Roman</vt:lpstr>
      <vt:lpstr>Gallery</vt:lpstr>
      <vt:lpstr>       NGÂN HÀNG ĐỀ THI             VẤN ĐÁP                         TIN HỌC ĐẠI CƯƠNG</vt:lpstr>
      <vt:lpstr>Microsoft Powerpoint Microsoft Excel Microsoft Word</vt:lpstr>
      <vt:lpstr>Microsoft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NGÂN HÀNG ĐỀ THI VẤN ĐÁP TIN HỌC ĐẠI CƯƠNG</dc:title>
  <dc:creator>Administrator</dc:creator>
  <cp:lastModifiedBy>Administrator</cp:lastModifiedBy>
  <cp:revision>4</cp:revision>
  <dcterms:created xsi:type="dcterms:W3CDTF">2025-11-05T02:49:54Z</dcterms:created>
  <dcterms:modified xsi:type="dcterms:W3CDTF">2025-11-12T02:05:54Z</dcterms:modified>
</cp:coreProperties>
</file>