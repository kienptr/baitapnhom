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9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57378-DD66-46C9-99DF-4DCB5F0C6E5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8769D-5410-497B-A07C-FF47CFBB27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897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92D32-0935-4A4D-8659-A5E3B70E5E60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50330-706A-4ECC-94AE-E0B7BF5C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828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48349-0057-4958-9EC9-4B71FAD7F291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758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1B01-9621-4B19-B913-D5EE323B8888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86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CCED0-7EC2-4D0D-8D2A-60A61AF5B42B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562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C2515-62E3-40D1-82B3-B38D9CBAE103}" type="datetime1">
              <a:rPr lang="vi-VN" smtClean="0"/>
              <a:t>11/11/2025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050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151EE-FEED-4352-872A-907CA3F2FBB2}" type="datetime1">
              <a:rPr lang="vi-VN" smtClean="0"/>
              <a:t>11/11/2025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540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B04B1-5DB7-44F7-A4C0-B0ACB10B2555}" type="datetime1">
              <a:rPr lang="vi-VN" smtClean="0"/>
              <a:t>11/11/2025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679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13C1B-7808-439C-B1A4-B6C183E3414A}" type="datetime1">
              <a:rPr lang="vi-VN" smtClean="0"/>
              <a:t>11/11/2025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096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42F9E-F411-4B9B-9401-919F15816D6D}" type="datetime1">
              <a:rPr lang="vi-VN" smtClean="0"/>
              <a:t>11/11/2025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928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E74B0-1E63-4930-BD7C-8ADE32861DFF}" type="datetime1">
              <a:rPr lang="vi-VN" smtClean="0"/>
              <a:t>11/11/2025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288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70A0-E701-428F-A2D5-47F84202CA69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563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C1B86-5F20-4AFF-BA55-EBE86CBA1C27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407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C966B-ED33-4EE0-97AB-9BE37169BD3B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3A70E-0B1A-4599-B5AE-BEF1197CFC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9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OANG%20THI%20MINH%20THU%20-%202025A0190%20MN%20A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9632" y="2564904"/>
            <a:ext cx="6717166" cy="3203778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12700" dist="88900" dir="2100000" algn="tr" rotWithShape="0">
                    <a:prstClr val="black">
                      <a:alpha val="40000"/>
                    </a:prstClr>
                  </a:outerShdw>
                </a:effectLst>
                <a:latin typeface="Book Antiqua" pitchFamily="18" charset="0"/>
              </a:rPr>
              <a:t>NGÂN HÀNG ĐỀ THI</a:t>
            </a:r>
          </a:p>
          <a:p>
            <a:pPr algn="ctr"/>
            <a:r>
              <a:rPr lang="en-US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12700" dist="88900" dir="2100000" algn="tr" rotWithShape="0">
                    <a:prstClr val="black">
                      <a:alpha val="40000"/>
                    </a:prstClr>
                  </a:outerShdw>
                </a:effectLst>
                <a:latin typeface="Book Antiqua" pitchFamily="18" charset="0"/>
              </a:rPr>
              <a:t>VẤN ĐÁP</a:t>
            </a:r>
          </a:p>
          <a:p>
            <a:pPr algn="ctr"/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12700" dist="88900" dir="2100000" algn="tr" rotWithShape="0">
                    <a:prstClr val="black">
                      <a:alpha val="40000"/>
                    </a:prstClr>
                  </a:outerShdw>
                </a:effectLst>
                <a:latin typeface="Book Antiqua" pitchFamily="18" charset="0"/>
              </a:rPr>
              <a:t>TIN HỌC ĐẠI CƯƠNG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12700" dist="88900" dir="2100000" algn="tr" rotWithShape="0">
                  <a:prstClr val="black">
                    <a:alpha val="40000"/>
                  </a:prstClr>
                </a:outerShdw>
              </a:effectLst>
              <a:latin typeface="Book Antiqu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81602" y="404664"/>
            <a:ext cx="527322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</a:rPr>
              <a:t>PHẦN POWERPOINT</a:t>
            </a:r>
            <a:endParaRPr lang="en-US" sz="32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427984" y="6309320"/>
            <a:ext cx="2133600" cy="385018"/>
          </a:xfrm>
        </p:spPr>
        <p:txBody>
          <a:bodyPr/>
          <a:lstStyle/>
          <a:p>
            <a:fld id="{9C5D06B9-7BC1-4485-AAA7-AF1E19A50376}" type="datetime1">
              <a:rPr lang="vi-VN" smtClean="0"/>
              <a:t>11/11/2025</a:t>
            </a:fld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641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4525963"/>
          </a:xfrm>
        </p:spPr>
        <p:txBody>
          <a:bodyPr/>
          <a:lstStyle/>
          <a:p>
            <a:pPr>
              <a:spcBef>
                <a:spcPts val="0"/>
              </a:spcBef>
              <a:buFont typeface="Wingdings" pitchFamily="2" charset="2"/>
              <a:buChar char="È"/>
            </a:pPr>
            <a:r>
              <a:rPr lang="en-GB" dirty="0" smtClean="0"/>
              <a:t> </a:t>
            </a:r>
            <a:r>
              <a:rPr lang="en-GB" dirty="0" smtClean="0">
                <a:hlinkClick r:id="rId2" action="ppaction://hlinksldjump"/>
              </a:rPr>
              <a:t>Microsoft Powerpoint</a:t>
            </a:r>
            <a:endParaRPr lang="en-GB" dirty="0" smtClean="0"/>
          </a:p>
          <a:p>
            <a:pPr>
              <a:spcBef>
                <a:spcPts val="0"/>
              </a:spcBef>
              <a:buFont typeface="Wingdings" pitchFamily="2" charset="2"/>
              <a:buChar char="È"/>
            </a:pPr>
            <a:r>
              <a:rPr lang="en-GB" dirty="0"/>
              <a:t> </a:t>
            </a:r>
            <a:r>
              <a:rPr lang="en-GB" dirty="0" smtClean="0"/>
              <a:t>Microsoft Excel</a:t>
            </a:r>
          </a:p>
          <a:p>
            <a:pPr>
              <a:spcBef>
                <a:spcPts val="0"/>
              </a:spcBef>
              <a:buFont typeface="Wingdings" pitchFamily="2" charset="2"/>
              <a:buChar char="È"/>
            </a:pPr>
            <a:r>
              <a:rPr lang="en-GB" dirty="0"/>
              <a:t> </a:t>
            </a:r>
            <a:r>
              <a:rPr lang="en-GB" dirty="0" smtClean="0"/>
              <a:t>Microsoft Word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3888" y="6381328"/>
            <a:ext cx="2133600" cy="365125"/>
          </a:xfrm>
        </p:spPr>
        <p:txBody>
          <a:bodyPr/>
          <a:lstStyle/>
          <a:p>
            <a:fld id="{B45399AD-B524-4453-97AB-B32F20223B4B}" type="datetime1">
              <a:rPr lang="vi-VN" smtClean="0"/>
              <a:t>11/11/2025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908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AD13-E212-48EC-9A1B-1B7B2C2AB844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30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2001-8F5B-40C6-A578-84B5D3D394D1}" type="datetime1">
              <a:rPr lang="vi-VN" smtClean="0"/>
              <a:t>11/11/2025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3A70E-0B1A-4599-B5AE-BEF1197CFCEF}" type="slidenum">
              <a:rPr lang="en-GB" smtClean="0"/>
              <a:t>4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025500" y="2967335"/>
            <a:ext cx="509299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hlinkClick r:id="rId2" action="ppaction://hlinkfile"/>
              </a:rPr>
              <a:t>HOANG THI MINH THU - 2025A0190 MN A.pdf</a:t>
            </a:r>
            <a:endParaRPr lang="en-US" sz="20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51347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circle/>
      </p:transition>
    </mc:Choice>
    <mc:Fallback>
      <p:transition spd="slow" advTm="1000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37</Words>
  <Application>Microsoft Office PowerPoint</Application>
  <PresentationFormat>On-screen Show (4:3)</PresentationFormat>
  <Paragraphs>16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DALat</dc:creator>
  <cp:lastModifiedBy>DALat</cp:lastModifiedBy>
  <cp:revision>4</cp:revision>
  <cp:lastPrinted>2025-11-11T08:43:30Z</cp:lastPrinted>
  <dcterms:created xsi:type="dcterms:W3CDTF">2025-11-11T08:19:02Z</dcterms:created>
  <dcterms:modified xsi:type="dcterms:W3CDTF">2025-11-11T08:47:42Z</dcterms:modified>
</cp:coreProperties>
</file>