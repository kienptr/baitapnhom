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2" r:id="rId1"/>
  </p:sldMasterIdLst>
  <p:notesMasterIdLst>
    <p:notesMasterId r:id="rId5"/>
  </p:notesMasterIdLst>
  <p:sldIdLst>
    <p:sldId id="258" r:id="rId2"/>
    <p:sldId id="257" r:id="rId3"/>
    <p:sldId id="260" r:id="rId4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92B8E260-7926-43BB-A98D-88A56475F807}">
          <p14:sldIdLst/>
        </p14:section>
        <p14:section name="Untitled Section" id="{41875733-3405-4DD7-A73D-C38E184F6F75}">
          <p14:sldIdLst>
            <p14:sldId id="258"/>
            <p14:sldId id="257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4A5C3F1F-E9A3-4DAE-B837-0BF6C798444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1447E9B0-E592-4D25-B794-A1FB5B2A9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782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0ED8B62-9E71-4B05-A8AE-0351EC3B7A8F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0598B3F-7E6B-4926-8E12-061B56095FE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84473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88B8E-2846-4F71-AE8F-7C0E7363BDCE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98B3F-7E6B-4926-8E12-061B56095F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804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2B298-0AB3-45CF-8736-1468A1607852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98B3F-7E6B-4926-8E12-061B56095F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223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970C3-1F7A-4089-9066-DF9312964238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98B3F-7E6B-4926-8E12-061B56095F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967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9CA58-7639-4FD4-9545-A5D34EDDEE70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98B3F-7E6B-4926-8E12-061B56095F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136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559EF-3624-4711-B352-D84CB55C9DC9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98B3F-7E6B-4926-8E12-061B56095F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464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469F9-58B2-42D7-9F35-F39EACF3DCF6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98B3F-7E6B-4926-8E12-061B56095F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531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46796-8EFA-4083-B488-0BC6B714D59D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98B3F-7E6B-4926-8E12-061B56095F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532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06D85-E9C2-4B3F-B928-C1970B1DFE20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98B3F-7E6B-4926-8E12-061B56095F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054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990EA-F899-4CB0-B24F-B3433443BAB5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98B3F-7E6B-4926-8E12-061B56095F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927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B6BD9-6A06-4B12-940E-64D87108D4B6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98B3F-7E6B-4926-8E12-061B56095F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7813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AD580-2BBE-4D0A-B1EC-4C840A661C49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98B3F-7E6B-4926-8E12-061B56095FE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95865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E715F-B6B0-486C-8D5D-E4B1DE7CC5E7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98B3F-7E6B-4926-8E12-061B56095F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8913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7FA80-EB78-4DC9-AFD8-5D2B0E6A9947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98B3F-7E6B-4926-8E12-061B56095F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6234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D6EB-66B6-4824-8E49-6B6A58158BAE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98B3F-7E6B-4926-8E12-061B56095F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2767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02810-BA1D-4A48-BDB4-A8118BA1555A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98B3F-7E6B-4926-8E12-061B56095F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8606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53D76-9248-492A-BCCB-F1CDF08D37E8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98B3F-7E6B-4926-8E12-061B56095F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9935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54FF5-060D-DF03-EEE9-71391C4BD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BADCA-A714-D684-254E-8CFD409CB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D764C-A1CC-E894-62D4-96738A6E2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CEF94-1FDF-4328-987A-99ED9A0DA4B2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61B63-493E-FBC9-43E1-BCA1C9190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A457C-6024-090F-2AE5-CE9A9F0CB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98B3F-7E6B-4926-8E12-061B56095F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242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E54CDD1F-B49D-4466-A341-647397AE85DE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0598B3F-7E6B-4926-8E12-061B56095F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180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  <p:sldLayoutId id="2147483736" r:id="rId14"/>
    <p:sldLayoutId id="2147483737" r:id="rId15"/>
    <p:sldLayoutId id="2147483738" r:id="rId16"/>
    <p:sldLayoutId id="2147483739" r:id="rId17"/>
    <p:sldLayoutId id="2147483740" r:id="rId18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FBAF6-A5DA-98D1-7B4E-1E3EE7971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1714" y="1279623"/>
            <a:ext cx="8708572" cy="3311189"/>
          </a:xfrm>
        </p:spPr>
        <p:txBody>
          <a:bodyPr>
            <a:prstTxWarp prst="textButton">
              <a:avLst>
                <a:gd name="adj" fmla="val 12520586"/>
              </a:avLst>
            </a:prstTxWarp>
            <a:noAutofit/>
          </a:bodyPr>
          <a:lstStyle/>
          <a:p>
            <a:pPr marL="0" indent="0">
              <a:buNone/>
            </a:pPr>
            <a:r>
              <a:rPr lang="en-US" sz="6000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Baskerville Old Face" panose="02020602080505020303" pitchFamily="18" charset="0"/>
              </a:rPr>
              <a:t>Ngân </a:t>
            </a:r>
            <a:r>
              <a:rPr lang="vi-VN" sz="6000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Baskerville Old Face" panose="02020602080505020303" pitchFamily="18" charset="0"/>
              </a:rPr>
              <a:t>hàng đề thi</a:t>
            </a:r>
          </a:p>
          <a:p>
            <a:pPr marL="0" indent="0">
              <a:buNone/>
            </a:pPr>
            <a:r>
              <a:rPr lang="vi-VN" sz="6000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Baskerville Old Face" panose="02020602080505020303" pitchFamily="18" charset="0"/>
              </a:rPr>
              <a:t>              vấn đáp</a:t>
            </a:r>
          </a:p>
          <a:p>
            <a:pPr marL="0" indent="0">
              <a:buNone/>
            </a:pPr>
            <a:r>
              <a:rPr lang="vi-VN" sz="6000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Baskerville Old Face" panose="02020602080505020303" pitchFamily="18" charset="0"/>
              </a:rPr>
              <a:t>Tin học đại cương</a:t>
            </a:r>
            <a:endParaRPr lang="en-US" sz="6000" dirty="0"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Baskerville Old Face" panose="02020602080505020303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499E4CD-1B2B-67D6-17B7-5D1E0DF64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181CA-5432-4F69-BB7D-EE6C719A0420}" type="datetime1">
              <a:rPr lang="en-US" b="1" i="1" smtClean="0">
                <a:solidFill>
                  <a:schemeClr val="bg1"/>
                </a:solidFill>
              </a:rPr>
              <a:t>11/12/2025</a:t>
            </a:fld>
            <a:endParaRPr lang="en-US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64680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D0556-7C33-5286-1789-259ED8A5B4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8829" y="446313"/>
            <a:ext cx="6063343" cy="356439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"/>
            </a:pPr>
            <a:r>
              <a:rPr lang="it-IT" dirty="0"/>
              <a:t>  Microsoft Powerpoint </a:t>
            </a:r>
          </a:p>
          <a:p>
            <a:pPr>
              <a:buFont typeface="Wingdings" panose="05000000000000000000" pitchFamily="2" charset="2"/>
              <a:buChar char=""/>
            </a:pPr>
            <a:r>
              <a:rPr lang="it-IT" dirty="0"/>
              <a:t>  Microsoft Excel </a:t>
            </a:r>
          </a:p>
          <a:p>
            <a:pPr>
              <a:buFont typeface="Wingdings" panose="05000000000000000000" pitchFamily="2" charset="2"/>
              <a:buChar char=""/>
            </a:pPr>
            <a:r>
              <a:rPr lang="it-IT" dirty="0"/>
              <a:t>  Microsoft Word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67176F-BAF6-A207-6FAD-CEE43B0D7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D5BCD-969B-4966-A400-397012C6BCEC}" type="datetime1">
              <a:rPr lang="en-US" i="1" smtClean="0">
                <a:solidFill>
                  <a:schemeClr val="bg1"/>
                </a:solidFill>
              </a:rPr>
              <a:t>11/12/2025</a:t>
            </a:fld>
            <a:endParaRPr lang="en-US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28921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44D63-2F4E-D7B6-5CFB-D3AE15B49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44EE3-D391-EF1E-2234-190F77A6A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8829" y="446313"/>
            <a:ext cx="6063343" cy="3564391"/>
          </a:xfrm>
        </p:spPr>
        <p:txBody>
          <a:bodyPr/>
          <a:lstStyle/>
          <a:p>
            <a:pPr>
              <a:buFont typeface="Wingdings" panose="05000000000000000000" pitchFamily="2" charset="2"/>
              <a:buChar char=""/>
            </a:pPr>
            <a:r>
              <a:rPr lang="it-IT" dirty="0"/>
              <a:t>  </a:t>
            </a:r>
            <a:r>
              <a:rPr lang="it-IT" dirty="0">
                <a:hlinkClick r:id="rId2" action="ppaction://hlinksldjump"/>
              </a:rPr>
              <a:t>Microsoft Powerpoint </a:t>
            </a:r>
            <a:endParaRPr lang="it-IT" dirty="0"/>
          </a:p>
          <a:p>
            <a:pPr>
              <a:buFont typeface="Wingdings" panose="05000000000000000000" pitchFamily="2" charset="2"/>
              <a:buChar char=""/>
            </a:pPr>
            <a:r>
              <a:rPr lang="it-IT" dirty="0"/>
              <a:t>  Microsoft Excel </a:t>
            </a:r>
          </a:p>
          <a:p>
            <a:pPr>
              <a:buFont typeface="Wingdings" panose="05000000000000000000" pitchFamily="2" charset="2"/>
              <a:buChar char=""/>
            </a:pPr>
            <a:r>
              <a:rPr lang="it-IT" dirty="0"/>
              <a:t>  Microsoft Word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582E73-229F-E1D7-670D-EF58425EC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90A92-7630-448E-A026-63284C43B0E6}" type="datetime1">
              <a:rPr lang="en-US" i="1" smtClean="0">
                <a:solidFill>
                  <a:schemeClr val="bg1"/>
                </a:solidFill>
              </a:rPr>
              <a:t>11/12/2025</a:t>
            </a:fld>
            <a:endParaRPr lang="en-US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65484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Main Event</Template>
  <TotalTime>144</TotalTime>
  <Words>32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Arial</vt:lpstr>
      <vt:lpstr>Baskerville Old Face</vt:lpstr>
      <vt:lpstr>Impact</vt:lpstr>
      <vt:lpstr>Wingdings</vt:lpstr>
      <vt:lpstr>Main Event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Trangg Quynhh</dc:creator>
  <cp:lastModifiedBy>Trangg Quynhh</cp:lastModifiedBy>
  <cp:revision>4</cp:revision>
  <cp:lastPrinted>2025-11-09T10:45:17Z</cp:lastPrinted>
  <dcterms:created xsi:type="dcterms:W3CDTF">2025-11-06T07:27:56Z</dcterms:created>
  <dcterms:modified xsi:type="dcterms:W3CDTF">2025-11-12T10:13:30Z</dcterms:modified>
</cp:coreProperties>
</file>