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  <p:sldMasterId id="2147483797" r:id="rId2"/>
    <p:sldMasterId id="2147483815" r:id="rId3"/>
  </p:sldMasterIdLst>
  <p:notesMasterIdLst>
    <p:notesMasterId r:id="rId7"/>
  </p:notesMasterIdLst>
  <p:sldIdLst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1130A28F-8917-467A-94D9-D4F40F210214}">
          <p14:sldIdLst/>
        </p14:section>
        <p14:section name="Section 1" id="{DEE007E1-15B1-41D8-91E4-32628020D1F8}">
          <p14:sldIdLst>
            <p14:sldId id="257"/>
          </p14:sldIdLst>
        </p14:section>
        <p14:section name="Section 2" id="{C259A798-CFF0-403B-8A6B-4A1D59EA33EB}">
          <p14:sldIdLst>
            <p14:sldId id="258"/>
            <p14:sldId id="259"/>
          </p14:sldIdLst>
        </p14:section>
        <p14:section name="Section 3" id="{77F917BB-D163-4A69-B67A-4CDF657E9E63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E13C9C-7884-473E-B206-833C2447219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9B241-B644-4005-8B1A-FDF9B099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0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DC41-254E-48C8-A5DB-D67489667A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69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E81C-CD51-4BC2-A490-70510D27CE2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30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8F2-2A44-44C8-A0FB-557588D4CF6C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276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4E82-3780-4410-9FDF-616EC3E4D93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80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74C6A-687B-487F-A626-DAD2C037900F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76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00FBA-DFF3-41A9-81CF-CD4EC7CCF402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5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C4E3-C858-4FD9-B480-F765508E05B6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0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6930-2419-4BF4-A62D-E1D8BFE6F3A5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71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B9E995D-D2BB-4025-B997-74F08216179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70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98C5-5E8E-40C2-BA0B-55D1A0FE0032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71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A010-853D-478D-BA4E-5A2DDFE6A891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400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43EDC41-254E-48C8-A5DB-D67489667A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22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E81C-CD51-4BC2-A490-70510D27CE2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77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8F2-2A44-44C8-A0FB-557588D4CF6C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297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4E82-3780-4410-9FDF-616EC3E4D93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24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74C6A-687B-487F-A626-DAD2C037900F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743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00FBA-DFF3-41A9-81CF-CD4EC7CCF402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631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C4E3-C858-4FD9-B480-F765508E05B6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36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6930-2419-4BF4-A62D-E1D8BFE6F3A5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94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995D-D2BB-4025-B997-74F08216179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279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62988"/>
      </p:ext>
    </p:extLst>
  </p:cSld>
  <p:clrMapOvr>
    <a:masterClrMapping/>
  </p:clrMapOvr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873480"/>
      </p:ext>
    </p:extLst>
  </p:cSld>
  <p:clrMapOvr>
    <a:masterClrMapping/>
  </p:clrMapOvr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882763"/>
      </p:ext>
    </p:extLst>
  </p:cSld>
  <p:clrMapOvr>
    <a:masterClrMapping/>
  </p:clrMapOvr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56680"/>
      </p:ext>
    </p:extLst>
  </p:cSld>
  <p:clrMapOvr>
    <a:masterClrMapping/>
  </p:clrMapOvr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50321"/>
      </p:ext>
    </p:extLst>
  </p:cSld>
  <p:clrMapOvr>
    <a:masterClrMapping/>
  </p:clrMapOvr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136658"/>
      </p:ext>
    </p:extLst>
  </p:cSld>
  <p:clrMapOvr>
    <a:masterClrMapping/>
  </p:clrMapOvr>
  <p:hf sldNum="0"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98C5-5E8E-40C2-BA0B-55D1A0FE0032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726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A010-853D-478D-BA4E-5A2DDFE6A891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4267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DC41-254E-48C8-A5DB-D67489667A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12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97286"/>
      </p:ext>
    </p:extLst>
  </p:cSld>
  <p:clrMapOvr>
    <a:masterClrMapping/>
  </p:clrMapOvr>
  <p:hf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8F2-2A44-44C8-A0FB-557588D4CF6C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574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87302"/>
      </p:ext>
    </p:extLst>
  </p:cSld>
  <p:clrMapOvr>
    <a:masterClrMapping/>
  </p:clrMapOvr>
  <p:hf sldNum="0"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24249"/>
      </p:ext>
    </p:extLst>
  </p:cSld>
  <p:clrMapOvr>
    <a:masterClrMapping/>
  </p:clrMapOvr>
  <p:hf sldNum="0"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00FBA-DFF3-41A9-81CF-CD4EC7CCF402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344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C4E3-C858-4FD9-B480-F765508E05B6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824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37342"/>
      </p:ext>
    </p:extLst>
  </p:cSld>
  <p:clrMapOvr>
    <a:masterClrMapping/>
  </p:clrMapOvr>
  <p:hf sldNum="0"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995D-D2BB-4025-B997-74F08216179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135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9785"/>
      </p:ext>
    </p:extLst>
  </p:cSld>
  <p:clrMapOvr>
    <a:masterClrMapping/>
  </p:clrMapOvr>
  <p:hf sldNum="0"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96567"/>
      </p:ext>
    </p:extLst>
  </p:cSld>
  <p:clrMapOvr>
    <a:masterClrMapping/>
  </p:clrMapOvr>
  <p:hf sldNum="0"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0198399"/>
      </p:ext>
    </p:extLst>
  </p:cSld>
  <p:clrMapOvr>
    <a:masterClrMapping/>
  </p:clrMapOvr>
  <p:hf sldNum="0"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69537"/>
      </p:ext>
    </p:extLst>
  </p:cSld>
  <p:clrMapOvr>
    <a:masterClrMapping/>
  </p:clrMapOvr>
  <p:hf sldNum="0"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4134"/>
      </p:ext>
    </p:extLst>
  </p:cSld>
  <p:clrMapOvr>
    <a:masterClrMapping/>
  </p:clrMapOvr>
  <p:hf sldNum="0"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19570"/>
      </p:ext>
    </p:extLst>
  </p:cSld>
  <p:clrMapOvr>
    <a:masterClrMapping/>
  </p:clrMapOvr>
  <p:hf sldNum="0"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7094"/>
      </p:ext>
    </p:extLst>
  </p:cSld>
  <p:clrMapOvr>
    <a:masterClrMapping/>
  </p:clrMapOvr>
  <p:hf sldNum="0"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80010"/>
      </p:ext>
    </p:extLst>
  </p:cSld>
  <p:clrMapOvr>
    <a:masterClrMapping/>
  </p:clrMapOvr>
  <p:hf sldNum="0" hdr="0" ft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AC10-0F7B-F80E-D324-B2E12C26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A0E7A-884F-F5E0-D87C-ACC81B55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9E81B-E045-A2D1-F157-CA32C780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E81C-CD51-4BC2-A490-70510D27CE2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AD633-EA8F-6A1C-CD5E-8BBC718A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E340A-808B-5A3F-E63D-8DEA2D27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5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12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9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1206187-C91A-45AF-959B-BEB1D77D79B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EAD9EE-0FBF-491A-B9FF-DBD95116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0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</p:sldLayoutIdLst>
  <p:hf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E102A6-154E-D4D7-A876-4E2DBBB41112}"/>
              </a:ext>
            </a:extLst>
          </p:cNvPr>
          <p:cNvSpPr/>
          <p:nvPr/>
        </p:nvSpPr>
        <p:spPr>
          <a:xfrm>
            <a:off x="2886500" y="2136338"/>
            <a:ext cx="6418999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en-US" sz="5400">
                <a:ln w="0"/>
                <a:solidFill>
                  <a:schemeClr val="accent1"/>
                </a:solidFill>
                <a:effectLst>
                  <a:outerShdw blurRad="50800" dist="114300" dir="1200000" algn="l" rotWithShape="0">
                    <a:prstClr val="black">
                      <a:alpha val="40000"/>
                    </a:prstClr>
                  </a:outerShdw>
                  <a:reflection blurRad="12700"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NGÂN HÀNG ĐỀ THI</a:t>
            </a:r>
          </a:p>
          <a:p>
            <a:pPr algn="ctr"/>
            <a:r>
              <a:rPr lang="en-US" sz="5400">
                <a:ln w="0"/>
                <a:solidFill>
                  <a:schemeClr val="accent1"/>
                </a:solidFill>
                <a:effectLst>
                  <a:outerShdw blurRad="50800" dist="114300" dir="1200000" algn="l" rotWithShape="0">
                    <a:prstClr val="black">
                      <a:alpha val="40000"/>
                    </a:prstClr>
                  </a:outerShdw>
                  <a:reflection blurRad="12700"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VẤN ĐÁP</a:t>
            </a:r>
          </a:p>
          <a:p>
            <a:pPr algn="ctr"/>
            <a:r>
              <a:rPr lang="en-US" sz="5400">
                <a:ln w="0"/>
                <a:solidFill>
                  <a:schemeClr val="accent1"/>
                </a:solidFill>
                <a:effectLst>
                  <a:outerShdw blurRad="50800" dist="114300" dir="1200000" algn="l" rotWithShape="0">
                    <a:prstClr val="black">
                      <a:alpha val="40000"/>
                    </a:prstClr>
                  </a:outerShdw>
                  <a:reflection blurRad="12700"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TIN HỌC ĐẠI CƯƠNG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C8C0609-3274-B2CB-7F53-967F08FF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8F61-80D4-479D-A07B-B4308A3B14BF}" type="datetime1">
              <a:rPr lang="en-US" smtClean="0"/>
              <a:t>11/9/2025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41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D7E4-CA12-EECE-B644-46946D3F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"/>
            </a:pPr>
            <a:r>
              <a:rPr lang="en-US">
                <a:hlinkClick r:id="rId2" action="ppaction://hlinksldjump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Microsoft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Powerpoint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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Microsoft Excel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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Microsoft Word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501A5-5872-B7EB-E5B1-34DD4B17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55AB-5267-436C-9ED8-60AA1E6AD4B1}" type="datetime1">
              <a:rPr lang="en-US" smtClean="0"/>
              <a:t>11/9/2025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138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568AF-6292-49AF-3736-811D51177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E81C-CD51-4BC2-A490-70510D27CE20}" type="datetime1">
              <a:rPr lang="en-US" smtClean="0"/>
              <a:t>11/9/2025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82876"/>
      </p:ext>
    </p:extLst>
  </p:cSld>
  <p:clrMapOvr>
    <a:masterClrMapping/>
  </p:clrMapOvr>
  <p:transition spd="slow">
    <p:push dir="u"/>
  </p:transition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139</TotalTime>
  <Words>22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Aptos</vt:lpstr>
      <vt:lpstr>Arial</vt:lpstr>
      <vt:lpstr>Garamond</vt:lpstr>
      <vt:lpstr>Gill Sans MT</vt:lpstr>
      <vt:lpstr>Times New Roman</vt:lpstr>
      <vt:lpstr>Tw Cen MT</vt:lpstr>
      <vt:lpstr>Wingdings</vt:lpstr>
      <vt:lpstr>1_Gallery</vt:lpstr>
      <vt:lpstr>Organic</vt:lpstr>
      <vt:lpstr>Droplet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PHUONG DUNG</dc:creator>
  <cp:lastModifiedBy>PHUONG DUNG</cp:lastModifiedBy>
  <cp:revision>1</cp:revision>
  <dcterms:created xsi:type="dcterms:W3CDTF">2025-11-09T11:46:35Z</dcterms:created>
  <dcterms:modified xsi:type="dcterms:W3CDTF">2025-11-09T14:06:09Z</dcterms:modified>
</cp:coreProperties>
</file>