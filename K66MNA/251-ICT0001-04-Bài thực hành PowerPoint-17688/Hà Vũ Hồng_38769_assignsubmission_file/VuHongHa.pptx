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  <p:sldMasterId id="2147483982" r:id="rId2"/>
    <p:sldMasterId id="2147484000" r:id="rId3"/>
    <p:sldMasterId id="2147484017" r:id="rId4"/>
  </p:sldMasterIdLst>
  <p:notesMasterIdLst>
    <p:notesMasterId r:id="rId9"/>
  </p:notesMasterIdLst>
  <p:handoutMasterIdLst>
    <p:handoutMasterId r:id="rId10"/>
  </p:handoutMasterIdLst>
  <p:sldIdLst>
    <p:sldId id="256" r:id="rId5"/>
    <p:sldId id="258" r:id="rId6"/>
    <p:sldId id="259" r:id="rId7"/>
    <p:sldId id="260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99178C-3047-43B6-B193-BDBEF9BC83DC}" v="66" dt="2025-11-07T15:13:01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86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à Vũ Hồng" userId="93e696759d120ce5" providerId="LiveId" clId="{CCFE40F9-BD17-409F-812C-1AEAB600EF6E}"/>
    <pc:docChg chg="undo custSel addSld delSld modSld sldOrd">
      <pc:chgData name="Hà Vũ Hồng" userId="93e696759d120ce5" providerId="LiveId" clId="{CCFE40F9-BD17-409F-812C-1AEAB600EF6E}" dt="2025-11-07T15:13:01.126" v="600"/>
      <pc:docMkLst>
        <pc:docMk/>
      </pc:docMkLst>
      <pc:sldChg chg="delSp modSp mod modTransition">
        <pc:chgData name="Hà Vũ Hồng" userId="93e696759d120ce5" providerId="LiveId" clId="{CCFE40F9-BD17-409F-812C-1AEAB600EF6E}" dt="2025-11-07T14:43:46.682" v="402"/>
        <pc:sldMkLst>
          <pc:docMk/>
          <pc:sldMk cId="2587968678" sldId="256"/>
        </pc:sldMkLst>
        <pc:spChg chg="mod">
          <ac:chgData name="Hà Vũ Hồng" userId="93e696759d120ce5" providerId="LiveId" clId="{CCFE40F9-BD17-409F-812C-1AEAB600EF6E}" dt="2025-11-07T14:23:06.515" v="192" actId="1076"/>
          <ac:spMkLst>
            <pc:docMk/>
            <pc:sldMk cId="2587968678" sldId="256"/>
            <ac:spMk id="2" creationId="{122ABF75-FD52-A3EE-CBFF-C6BABC6436A5}"/>
          </ac:spMkLst>
        </pc:spChg>
        <pc:spChg chg="mod">
          <ac:chgData name="Hà Vũ Hồng" userId="93e696759d120ce5" providerId="LiveId" clId="{CCFE40F9-BD17-409F-812C-1AEAB600EF6E}" dt="2025-11-07T14:15:17.172" v="103" actId="1076"/>
          <ac:spMkLst>
            <pc:docMk/>
            <pc:sldMk cId="2587968678" sldId="256"/>
            <ac:spMk id="4" creationId="{8B76C523-EC79-3FC9-1255-79AB3375C2B0}"/>
          </ac:spMkLst>
        </pc:spChg>
        <pc:spChg chg="mod">
          <ac:chgData name="Hà Vũ Hồng" userId="93e696759d120ce5" providerId="LiveId" clId="{CCFE40F9-BD17-409F-812C-1AEAB600EF6E}" dt="2025-11-07T14:16:45.107" v="114" actId="1076"/>
          <ac:spMkLst>
            <pc:docMk/>
            <pc:sldMk cId="2587968678" sldId="256"/>
            <ac:spMk id="7" creationId="{E41C3240-4589-F2F7-C70B-BF8830E46678}"/>
          </ac:spMkLst>
        </pc:spChg>
        <pc:spChg chg="mod">
          <ac:chgData name="Hà Vũ Hồng" userId="93e696759d120ce5" providerId="LiveId" clId="{CCFE40F9-BD17-409F-812C-1AEAB600EF6E}" dt="2025-11-07T14:16:18.797" v="113" actId="14100"/>
          <ac:spMkLst>
            <pc:docMk/>
            <pc:sldMk cId="2587968678" sldId="256"/>
            <ac:spMk id="8" creationId="{90EAB430-EB07-3EF5-9055-45512F50877A}"/>
          </ac:spMkLst>
        </pc:spChg>
        <pc:spChg chg="del mod">
          <ac:chgData name="Hà Vũ Hồng" userId="93e696759d120ce5" providerId="LiveId" clId="{CCFE40F9-BD17-409F-812C-1AEAB600EF6E}" dt="2025-11-07T14:17:25.754" v="142"/>
          <ac:spMkLst>
            <pc:docMk/>
            <pc:sldMk cId="2587968678" sldId="256"/>
            <ac:spMk id="11" creationId="{DD84BB0E-5C1C-7ABE-46FB-F142CE27067C}"/>
          </ac:spMkLst>
        </pc:spChg>
      </pc:sldChg>
      <pc:sldChg chg="delSp modSp del mod">
        <pc:chgData name="Hà Vũ Hồng" userId="93e696759d120ce5" providerId="LiveId" clId="{CCFE40F9-BD17-409F-812C-1AEAB600EF6E}" dt="2025-11-07T14:27:35.038" v="214" actId="2696"/>
        <pc:sldMkLst>
          <pc:docMk/>
          <pc:sldMk cId="363652632" sldId="257"/>
        </pc:sldMkLst>
        <pc:spChg chg="mod">
          <ac:chgData name="Hà Vũ Hồng" userId="93e696759d120ce5" providerId="LiveId" clId="{CCFE40F9-BD17-409F-812C-1AEAB600EF6E}" dt="2025-11-07T14:17:42.374" v="143" actId="1076"/>
          <ac:spMkLst>
            <pc:docMk/>
            <pc:sldMk cId="363652632" sldId="257"/>
            <ac:spMk id="2" creationId="{8ADA53EC-7CF7-81D9-384F-792FCE74223B}"/>
          </ac:spMkLst>
        </pc:spChg>
        <pc:spChg chg="mod">
          <ac:chgData name="Hà Vũ Hồng" userId="93e696759d120ce5" providerId="LiveId" clId="{CCFE40F9-BD17-409F-812C-1AEAB600EF6E}" dt="2025-11-07T14:22:42.894" v="187" actId="14100"/>
          <ac:spMkLst>
            <pc:docMk/>
            <pc:sldMk cId="363652632" sldId="257"/>
            <ac:spMk id="3" creationId="{E9E60DD0-379F-DF2B-71FE-1220C80695B3}"/>
          </ac:spMkLst>
        </pc:spChg>
        <pc:spChg chg="del">
          <ac:chgData name="Hà Vũ Hồng" userId="93e696759d120ce5" providerId="LiveId" clId="{CCFE40F9-BD17-409F-812C-1AEAB600EF6E}" dt="2025-11-07T13:42:58.268" v="0"/>
          <ac:spMkLst>
            <pc:docMk/>
            <pc:sldMk cId="363652632" sldId="257"/>
            <ac:spMk id="8" creationId="{FBFE2073-E372-589C-CC74-9EC4929EC2A4}"/>
          </ac:spMkLst>
        </pc:spChg>
        <pc:spChg chg="del">
          <ac:chgData name="Hà Vũ Hồng" userId="93e696759d120ce5" providerId="LiveId" clId="{CCFE40F9-BD17-409F-812C-1AEAB600EF6E}" dt="2025-11-07T13:42:58.268" v="0"/>
          <ac:spMkLst>
            <pc:docMk/>
            <pc:sldMk cId="363652632" sldId="257"/>
            <ac:spMk id="10" creationId="{A684BB75-AA56-2AF4-2144-01C698779422}"/>
          </ac:spMkLst>
        </pc:spChg>
      </pc:sldChg>
      <pc:sldChg chg="add del">
        <pc:chgData name="Hà Vũ Hồng" userId="93e696759d120ce5" providerId="LiveId" clId="{CCFE40F9-BD17-409F-812C-1AEAB600EF6E}" dt="2025-11-07T14:28:35.645" v="218" actId="2696"/>
        <pc:sldMkLst>
          <pc:docMk/>
          <pc:sldMk cId="3792590029" sldId="257"/>
        </pc:sldMkLst>
      </pc:sldChg>
      <pc:sldChg chg="del">
        <pc:chgData name="Hà Vũ Hồng" userId="93e696759d120ce5" providerId="LiveId" clId="{CCFE40F9-BD17-409F-812C-1AEAB600EF6E}" dt="2025-11-07T14:02:42.739" v="1" actId="2696"/>
        <pc:sldMkLst>
          <pc:docMk/>
          <pc:sldMk cId="2880208695" sldId="258"/>
        </pc:sldMkLst>
      </pc:sldChg>
      <pc:sldChg chg="addSp delSp modSp new mod modTransition modClrScheme chgLayout">
        <pc:chgData name="Hà Vũ Hồng" userId="93e696759d120ce5" providerId="LiveId" clId="{CCFE40F9-BD17-409F-812C-1AEAB600EF6E}" dt="2025-11-07T14:41:13.584" v="390"/>
        <pc:sldMkLst>
          <pc:docMk/>
          <pc:sldMk cId="3337524520" sldId="258"/>
        </pc:sldMkLst>
        <pc:spChg chg="mod ord">
          <ac:chgData name="Hà Vũ Hồng" userId="93e696759d120ce5" providerId="LiveId" clId="{CCFE40F9-BD17-409F-812C-1AEAB600EF6E}" dt="2025-11-07T14:29:36.565" v="228" actId="700"/>
          <ac:spMkLst>
            <pc:docMk/>
            <pc:sldMk cId="3337524520" sldId="258"/>
            <ac:spMk id="2" creationId="{9ED8253B-CE2F-A10B-0B23-24D71DFB878F}"/>
          </ac:spMkLst>
        </pc:spChg>
        <pc:spChg chg="add del mod">
          <ac:chgData name="Hà Vũ Hồng" userId="93e696759d120ce5" providerId="LiveId" clId="{CCFE40F9-BD17-409F-812C-1AEAB600EF6E}" dt="2025-11-07T14:29:01.246" v="221"/>
          <ac:spMkLst>
            <pc:docMk/>
            <pc:sldMk cId="3337524520" sldId="258"/>
            <ac:spMk id="3" creationId="{B32522EE-372A-D397-1BB8-DFB6D4C9CAEB}"/>
          </ac:spMkLst>
        </pc:spChg>
        <pc:spChg chg="add del mod ord">
          <ac:chgData name="Hà Vũ Hồng" userId="93e696759d120ce5" providerId="LiveId" clId="{CCFE40F9-BD17-409F-812C-1AEAB600EF6E}" dt="2025-11-07T14:29:36.565" v="228" actId="700"/>
          <ac:spMkLst>
            <pc:docMk/>
            <pc:sldMk cId="3337524520" sldId="258"/>
            <ac:spMk id="4" creationId="{30D9CE5F-5498-01BE-376E-34EE5555995D}"/>
          </ac:spMkLst>
        </pc:spChg>
        <pc:spChg chg="add del mod ord">
          <ac:chgData name="Hà Vũ Hồng" userId="93e696759d120ce5" providerId="LiveId" clId="{CCFE40F9-BD17-409F-812C-1AEAB600EF6E}" dt="2025-11-07T14:29:36.565" v="228" actId="700"/>
          <ac:spMkLst>
            <pc:docMk/>
            <pc:sldMk cId="3337524520" sldId="258"/>
            <ac:spMk id="5" creationId="{2E4D09AE-510A-377D-6B2A-C7B7A4D68192}"/>
          </ac:spMkLst>
        </pc:spChg>
        <pc:spChg chg="add mod">
          <ac:chgData name="Hà Vũ Hồng" userId="93e696759d120ce5" providerId="LiveId" clId="{CCFE40F9-BD17-409F-812C-1AEAB600EF6E}" dt="2025-11-07T14:29:34.974" v="227" actId="767"/>
          <ac:spMkLst>
            <pc:docMk/>
            <pc:sldMk cId="3337524520" sldId="258"/>
            <ac:spMk id="6" creationId="{2FFF294B-FF34-EB19-52B1-192E7301C615}"/>
          </ac:spMkLst>
        </pc:spChg>
        <pc:spChg chg="add mod">
          <ac:chgData name="Hà Vũ Hồng" userId="93e696759d120ce5" providerId="LiveId" clId="{CCFE40F9-BD17-409F-812C-1AEAB600EF6E}" dt="2025-11-07T14:40:49.848" v="389"/>
          <ac:spMkLst>
            <pc:docMk/>
            <pc:sldMk cId="3337524520" sldId="258"/>
            <ac:spMk id="7" creationId="{1E4915EE-E403-CF9F-DA49-54B426BDF99A}"/>
          </ac:spMkLst>
        </pc:spChg>
        <pc:spChg chg="add mod">
          <ac:chgData name="Hà Vũ Hồng" userId="93e696759d120ce5" providerId="LiveId" clId="{CCFE40F9-BD17-409F-812C-1AEAB600EF6E}" dt="2025-11-07T14:40:00.586" v="388" actId="20577"/>
          <ac:spMkLst>
            <pc:docMk/>
            <pc:sldMk cId="3337524520" sldId="258"/>
            <ac:spMk id="8" creationId="{A9BB7314-7581-A350-71BF-59CC22173EB9}"/>
          </ac:spMkLst>
        </pc:spChg>
      </pc:sldChg>
      <pc:sldChg chg="addSp delSp modSp new mod ord modTransition">
        <pc:chgData name="Hà Vũ Hồng" userId="93e696759d120ce5" providerId="LiveId" clId="{CCFE40F9-BD17-409F-812C-1AEAB600EF6E}" dt="2025-11-07T15:12:09.644" v="596" actId="255"/>
        <pc:sldMkLst>
          <pc:docMk/>
          <pc:sldMk cId="1009255736" sldId="259"/>
        </pc:sldMkLst>
        <pc:spChg chg="mod">
          <ac:chgData name="Hà Vũ Hồng" userId="93e696759d120ce5" providerId="LiveId" clId="{CCFE40F9-BD17-409F-812C-1AEAB600EF6E}" dt="2025-11-07T14:50:04.097" v="448" actId="1076"/>
          <ac:spMkLst>
            <pc:docMk/>
            <pc:sldMk cId="1009255736" sldId="259"/>
            <ac:spMk id="2" creationId="{1255B960-2FD5-9B20-E2BE-C47DD85EA14C}"/>
          </ac:spMkLst>
        </pc:spChg>
        <pc:spChg chg="add del mod">
          <ac:chgData name="Hà Vũ Hồng" userId="93e696759d120ce5" providerId="LiveId" clId="{CCFE40F9-BD17-409F-812C-1AEAB600EF6E}" dt="2025-11-07T15:08:23.043" v="536"/>
          <ac:spMkLst>
            <pc:docMk/>
            <pc:sldMk cId="1009255736" sldId="259"/>
            <ac:spMk id="3" creationId="{C8996678-AED7-FD86-1E24-EA12159AA18E}"/>
          </ac:spMkLst>
        </pc:spChg>
        <pc:spChg chg="add del mod">
          <ac:chgData name="Hà Vũ Hồng" userId="93e696759d120ce5" providerId="LiveId" clId="{CCFE40F9-BD17-409F-812C-1AEAB600EF6E}" dt="2025-11-07T15:11:36.938" v="592"/>
          <ac:spMkLst>
            <pc:docMk/>
            <pc:sldMk cId="1009255736" sldId="259"/>
            <ac:spMk id="4" creationId="{1FF9BD77-38C7-8E94-B61C-74F2D2BFDCBD}"/>
          </ac:spMkLst>
        </pc:spChg>
        <pc:spChg chg="add mod">
          <ac:chgData name="Hà Vũ Hồng" userId="93e696759d120ce5" providerId="LiveId" clId="{CCFE40F9-BD17-409F-812C-1AEAB600EF6E}" dt="2025-11-07T15:12:09.644" v="596" actId="255"/>
          <ac:spMkLst>
            <pc:docMk/>
            <pc:sldMk cId="1009255736" sldId="259"/>
            <ac:spMk id="5" creationId="{D1E5098B-6D47-94F9-7CB2-2040939B8798}"/>
          </ac:spMkLst>
        </pc:spChg>
      </pc:sldChg>
      <pc:sldChg chg="add del">
        <pc:chgData name="Hà Vũ Hồng" userId="93e696759d120ce5" providerId="LiveId" clId="{CCFE40F9-BD17-409F-812C-1AEAB600EF6E}" dt="2025-11-07T14:28:29.885" v="217" actId="2696"/>
        <pc:sldMkLst>
          <pc:docMk/>
          <pc:sldMk cId="1132267498" sldId="259"/>
        </pc:sldMkLst>
      </pc:sldChg>
      <pc:sldChg chg="addSp delSp modSp new mod modTransition">
        <pc:chgData name="Hà Vũ Hồng" userId="93e696759d120ce5" providerId="LiveId" clId="{CCFE40F9-BD17-409F-812C-1AEAB600EF6E}" dt="2025-11-07T15:13:01.126" v="600"/>
        <pc:sldMkLst>
          <pc:docMk/>
          <pc:sldMk cId="1878302241" sldId="260"/>
        </pc:sldMkLst>
        <pc:spChg chg="del mod">
          <ac:chgData name="Hà Vũ Hồng" userId="93e696759d120ce5" providerId="LiveId" clId="{CCFE40F9-BD17-409F-812C-1AEAB600EF6E}" dt="2025-11-07T14:48:41.241" v="418" actId="478"/>
          <ac:spMkLst>
            <pc:docMk/>
            <pc:sldMk cId="1878302241" sldId="260"/>
            <ac:spMk id="2" creationId="{6DEB43F5-BD4F-53BB-80AC-5638DB818666}"/>
          </ac:spMkLst>
        </pc:spChg>
        <pc:spChg chg="del mod">
          <ac:chgData name="Hà Vũ Hồng" userId="93e696759d120ce5" providerId="LiveId" clId="{CCFE40F9-BD17-409F-812C-1AEAB600EF6E}" dt="2025-11-07T14:48:35.532" v="417" actId="478"/>
          <ac:spMkLst>
            <pc:docMk/>
            <pc:sldMk cId="1878302241" sldId="260"/>
            <ac:spMk id="3" creationId="{DD26DBB3-048D-31DC-CD51-B7BC57D73BCF}"/>
          </ac:spMkLst>
        </pc:spChg>
        <pc:spChg chg="del mod">
          <ac:chgData name="Hà Vũ Hồng" userId="93e696759d120ce5" providerId="LiveId" clId="{CCFE40F9-BD17-409F-812C-1AEAB600EF6E}" dt="2025-11-07T14:51:45.704" v="466" actId="478"/>
          <ac:spMkLst>
            <pc:docMk/>
            <pc:sldMk cId="1878302241" sldId="260"/>
            <ac:spMk id="4" creationId="{F0F0D3B0-450C-7B1E-F3CA-C544995F9FED}"/>
          </ac:spMkLst>
        </pc:spChg>
        <pc:spChg chg="add mod">
          <ac:chgData name="Hà Vũ Hồng" userId="93e696759d120ce5" providerId="LiveId" clId="{CCFE40F9-BD17-409F-812C-1AEAB600EF6E}" dt="2025-11-07T14:50:56.528" v="463" actId="207"/>
          <ac:spMkLst>
            <pc:docMk/>
            <pc:sldMk cId="1878302241" sldId="260"/>
            <ac:spMk id="5" creationId="{33732E44-3FC8-2DB9-EA8A-1524A9758A8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E45CA8-5CEA-DCA6-03A4-C9B22E6EEB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DB1BE-1526-4157-9560-ED049B58A3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9B7F9-DA27-4C9D-BF31-9AFECBCC1150}" type="datetime1">
              <a:rPr lang="vi-VN" smtClean="0"/>
              <a:t>07/11/2025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BCC73-4415-FC75-DF93-8201E81ADD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21E61-D773-0D6D-4C34-8D8CF8D169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4CFA9-7613-4D84-842E-FB83279BA6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31317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F04B8-36D6-489A-9541-6ACEA8B2A507}" type="datetime1">
              <a:rPr lang="vi-VN" smtClean="0"/>
              <a:t>07/11/2025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C3295-F93F-48B6-B151-3D6C17E754E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349037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hyperlink" Target="https://www.instagram.com/slidesmania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1973658" y="1574525"/>
            <a:ext cx="76416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subTitle" idx="1"/>
          </p:nvPr>
        </p:nvSpPr>
        <p:spPr>
          <a:xfrm>
            <a:off x="1973650" y="4629650"/>
            <a:ext cx="76416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944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1661125" y="3180025"/>
            <a:ext cx="84429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" name="Google Shape;105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06" name="Google Shape;106;p3"/>
          <p:cNvSpPr txBox="1">
            <a:spLocks noGrp="1"/>
          </p:cNvSpPr>
          <p:nvPr>
            <p:ph type="body" idx="1"/>
          </p:nvPr>
        </p:nvSpPr>
        <p:spPr>
          <a:xfrm>
            <a:off x="1661125" y="4302325"/>
            <a:ext cx="8442900" cy="88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709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1760350" y="1427600"/>
            <a:ext cx="8475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1"/>
          </p:nvPr>
        </p:nvSpPr>
        <p:spPr>
          <a:xfrm>
            <a:off x="1760350" y="2574300"/>
            <a:ext cx="8475900" cy="26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405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oxes">
  <p:cSld name="Six boxes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xfrm>
            <a:off x="1688950" y="1023500"/>
            <a:ext cx="8589900" cy="78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3" name="Google Shape;113;p5"/>
          <p:cNvSpPr txBox="1">
            <a:spLocks noGrp="1"/>
          </p:cNvSpPr>
          <p:nvPr>
            <p:ph type="subTitle" idx="1"/>
          </p:nvPr>
        </p:nvSpPr>
        <p:spPr>
          <a:xfrm>
            <a:off x="1688935" y="2349950"/>
            <a:ext cx="2728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2"/>
          </p:nvPr>
        </p:nvSpPr>
        <p:spPr>
          <a:xfrm>
            <a:off x="1688960" y="2794778"/>
            <a:ext cx="2728200" cy="94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3"/>
          </p:nvPr>
        </p:nvSpPr>
        <p:spPr>
          <a:xfrm>
            <a:off x="4619806" y="2349950"/>
            <a:ext cx="2728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body" idx="4"/>
          </p:nvPr>
        </p:nvSpPr>
        <p:spPr>
          <a:xfrm>
            <a:off x="4619831" y="2794778"/>
            <a:ext cx="2728200" cy="94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5"/>
          </p:nvPr>
        </p:nvSpPr>
        <p:spPr>
          <a:xfrm>
            <a:off x="7550696" y="2349950"/>
            <a:ext cx="2728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body" idx="6"/>
          </p:nvPr>
        </p:nvSpPr>
        <p:spPr>
          <a:xfrm>
            <a:off x="7550721" y="2794778"/>
            <a:ext cx="2728200" cy="94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7"/>
          </p:nvPr>
        </p:nvSpPr>
        <p:spPr>
          <a:xfrm>
            <a:off x="1688888" y="3836878"/>
            <a:ext cx="2728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8"/>
          </p:nvPr>
        </p:nvSpPr>
        <p:spPr>
          <a:xfrm>
            <a:off x="1688913" y="4281706"/>
            <a:ext cx="2728200" cy="94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1" name="Google Shape;121;p5"/>
          <p:cNvSpPr txBox="1">
            <a:spLocks noGrp="1"/>
          </p:cNvSpPr>
          <p:nvPr>
            <p:ph type="subTitle" idx="9"/>
          </p:nvPr>
        </p:nvSpPr>
        <p:spPr>
          <a:xfrm>
            <a:off x="4619758" y="3836878"/>
            <a:ext cx="2728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13"/>
          </p:nvPr>
        </p:nvSpPr>
        <p:spPr>
          <a:xfrm>
            <a:off x="4619784" y="4281706"/>
            <a:ext cx="2728200" cy="94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3" name="Google Shape;123;p5"/>
          <p:cNvSpPr txBox="1">
            <a:spLocks noGrp="1"/>
          </p:cNvSpPr>
          <p:nvPr>
            <p:ph type="subTitle" idx="14"/>
          </p:nvPr>
        </p:nvSpPr>
        <p:spPr>
          <a:xfrm>
            <a:off x="7550649" y="3836878"/>
            <a:ext cx="2728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15"/>
          </p:nvPr>
        </p:nvSpPr>
        <p:spPr>
          <a:xfrm>
            <a:off x="7550674" y="4281706"/>
            <a:ext cx="2728200" cy="94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13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text">
  <p:cSld name="Title sub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2002590" y="1808675"/>
            <a:ext cx="7038300" cy="17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7" name="Google Shape;127;p6"/>
          <p:cNvSpPr txBox="1">
            <a:spLocks noGrp="1"/>
          </p:cNvSpPr>
          <p:nvPr>
            <p:ph type="subTitle" idx="1"/>
          </p:nvPr>
        </p:nvSpPr>
        <p:spPr>
          <a:xfrm>
            <a:off x="2002563" y="3562173"/>
            <a:ext cx="70383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2"/>
          </p:nvPr>
        </p:nvSpPr>
        <p:spPr>
          <a:xfrm>
            <a:off x="7940625" y="4491450"/>
            <a:ext cx="2307000" cy="169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7283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es">
  <p:cSld name="Four boxe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2388350" y="1239938"/>
            <a:ext cx="7146000" cy="666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type="subTitle" idx="1"/>
          </p:nvPr>
        </p:nvSpPr>
        <p:spPr>
          <a:xfrm>
            <a:off x="3135625" y="2112038"/>
            <a:ext cx="6398700" cy="29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135625" y="2389091"/>
            <a:ext cx="6398700" cy="53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3" name="Google Shape;133;p7"/>
          <p:cNvSpPr txBox="1">
            <a:spLocks noGrp="1"/>
          </p:cNvSpPr>
          <p:nvPr>
            <p:ph type="subTitle" idx="3"/>
          </p:nvPr>
        </p:nvSpPr>
        <p:spPr>
          <a:xfrm>
            <a:off x="3135625" y="2982345"/>
            <a:ext cx="6398700" cy="29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4"/>
          </p:nvPr>
        </p:nvSpPr>
        <p:spPr>
          <a:xfrm>
            <a:off x="3135625" y="3259398"/>
            <a:ext cx="6398700" cy="53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5" name="Google Shape;135;p7"/>
          <p:cNvSpPr txBox="1">
            <a:spLocks noGrp="1"/>
          </p:cNvSpPr>
          <p:nvPr>
            <p:ph type="subTitle" idx="5"/>
          </p:nvPr>
        </p:nvSpPr>
        <p:spPr>
          <a:xfrm>
            <a:off x="3135625" y="3852652"/>
            <a:ext cx="6398700" cy="29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6"/>
          </p:nvPr>
        </p:nvSpPr>
        <p:spPr>
          <a:xfrm>
            <a:off x="3135625" y="4129705"/>
            <a:ext cx="6398700" cy="53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7" name="Google Shape;137;p7"/>
          <p:cNvSpPr txBox="1">
            <a:spLocks noGrp="1"/>
          </p:cNvSpPr>
          <p:nvPr>
            <p:ph type="body" idx="7"/>
          </p:nvPr>
        </p:nvSpPr>
        <p:spPr>
          <a:xfrm>
            <a:off x="3135625" y="5000012"/>
            <a:ext cx="6398700" cy="53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8"/>
          </p:nvPr>
        </p:nvSpPr>
        <p:spPr>
          <a:xfrm>
            <a:off x="3135625" y="4722959"/>
            <a:ext cx="6398700" cy="29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4091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1597550" y="1178350"/>
            <a:ext cx="8760600" cy="760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body" idx="1"/>
          </p:nvPr>
        </p:nvSpPr>
        <p:spPr>
          <a:xfrm>
            <a:off x="1597538" y="2330892"/>
            <a:ext cx="4112400" cy="320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2" name="Google Shape;142;p8"/>
          <p:cNvSpPr txBox="1">
            <a:spLocks noGrp="1"/>
          </p:cNvSpPr>
          <p:nvPr>
            <p:ph type="body" idx="2"/>
          </p:nvPr>
        </p:nvSpPr>
        <p:spPr>
          <a:xfrm>
            <a:off x="6245621" y="2330892"/>
            <a:ext cx="4112400" cy="320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3" name="Google Shape;143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02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1606850" y="1020375"/>
            <a:ext cx="8730900" cy="769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body" idx="1"/>
          </p:nvPr>
        </p:nvSpPr>
        <p:spPr>
          <a:xfrm>
            <a:off x="1976306" y="4540939"/>
            <a:ext cx="2588700" cy="10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6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Google Shape;147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48" name="Google Shape;148;p9"/>
          <p:cNvSpPr txBox="1">
            <a:spLocks noGrp="1"/>
          </p:cNvSpPr>
          <p:nvPr>
            <p:ph type="subTitle" idx="2"/>
          </p:nvPr>
        </p:nvSpPr>
        <p:spPr>
          <a:xfrm>
            <a:off x="1976306" y="3946250"/>
            <a:ext cx="2588700" cy="62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9" name="Google Shape;149;p9"/>
          <p:cNvSpPr txBox="1">
            <a:spLocks noGrp="1"/>
          </p:cNvSpPr>
          <p:nvPr>
            <p:ph type="body" idx="3"/>
          </p:nvPr>
        </p:nvSpPr>
        <p:spPr>
          <a:xfrm>
            <a:off x="4721460" y="4540944"/>
            <a:ext cx="2588700" cy="10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6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0" name="Google Shape;150;p9"/>
          <p:cNvSpPr txBox="1">
            <a:spLocks noGrp="1"/>
          </p:cNvSpPr>
          <p:nvPr>
            <p:ph type="subTitle" idx="4"/>
          </p:nvPr>
        </p:nvSpPr>
        <p:spPr>
          <a:xfrm>
            <a:off x="4721460" y="3946255"/>
            <a:ext cx="2588700" cy="62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body" idx="5"/>
          </p:nvPr>
        </p:nvSpPr>
        <p:spPr>
          <a:xfrm>
            <a:off x="7466589" y="4540939"/>
            <a:ext cx="2588700" cy="10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6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2" name="Google Shape;152;p9"/>
          <p:cNvSpPr txBox="1">
            <a:spLocks noGrp="1"/>
          </p:cNvSpPr>
          <p:nvPr>
            <p:ph type="subTitle" idx="6"/>
          </p:nvPr>
        </p:nvSpPr>
        <p:spPr>
          <a:xfrm>
            <a:off x="7466589" y="3946250"/>
            <a:ext cx="2588700" cy="62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441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>
            <a:spLocks noGrp="1"/>
          </p:cNvSpPr>
          <p:nvPr>
            <p:ph type="title"/>
          </p:nvPr>
        </p:nvSpPr>
        <p:spPr>
          <a:xfrm>
            <a:off x="1569950" y="1010500"/>
            <a:ext cx="8817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4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body" idx="1"/>
          </p:nvPr>
        </p:nvSpPr>
        <p:spPr>
          <a:xfrm>
            <a:off x="1743625" y="4241591"/>
            <a:ext cx="1700400" cy="105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245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6" name="Google Shape;156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57" name="Google Shape;157;p10"/>
          <p:cNvSpPr txBox="1">
            <a:spLocks noGrp="1"/>
          </p:cNvSpPr>
          <p:nvPr>
            <p:ph type="subTitle" idx="2"/>
          </p:nvPr>
        </p:nvSpPr>
        <p:spPr>
          <a:xfrm>
            <a:off x="1743633" y="2281625"/>
            <a:ext cx="16020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8" name="Google Shape;158;p10"/>
          <p:cNvSpPr txBox="1">
            <a:spLocks noGrp="1"/>
          </p:cNvSpPr>
          <p:nvPr>
            <p:ph type="body" idx="3"/>
          </p:nvPr>
        </p:nvSpPr>
        <p:spPr>
          <a:xfrm>
            <a:off x="3448506" y="4241590"/>
            <a:ext cx="1700400" cy="105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245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9" name="Google Shape;159;p10"/>
          <p:cNvSpPr txBox="1">
            <a:spLocks noGrp="1"/>
          </p:cNvSpPr>
          <p:nvPr>
            <p:ph type="subTitle" idx="4"/>
          </p:nvPr>
        </p:nvSpPr>
        <p:spPr>
          <a:xfrm>
            <a:off x="3460847" y="2281625"/>
            <a:ext cx="16020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0" name="Google Shape;160;p10"/>
          <p:cNvSpPr txBox="1">
            <a:spLocks noGrp="1"/>
          </p:cNvSpPr>
          <p:nvPr>
            <p:ph type="body" idx="5"/>
          </p:nvPr>
        </p:nvSpPr>
        <p:spPr>
          <a:xfrm>
            <a:off x="5153386" y="4241608"/>
            <a:ext cx="1700400" cy="105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245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1" name="Google Shape;161;p10"/>
          <p:cNvSpPr txBox="1">
            <a:spLocks noGrp="1"/>
          </p:cNvSpPr>
          <p:nvPr>
            <p:ph type="subTitle" idx="6"/>
          </p:nvPr>
        </p:nvSpPr>
        <p:spPr>
          <a:xfrm>
            <a:off x="5178060" y="2281625"/>
            <a:ext cx="16020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0"/>
          <p:cNvSpPr txBox="1">
            <a:spLocks noGrp="1"/>
          </p:cNvSpPr>
          <p:nvPr>
            <p:ph type="body" idx="7"/>
          </p:nvPr>
        </p:nvSpPr>
        <p:spPr>
          <a:xfrm>
            <a:off x="6858267" y="4241618"/>
            <a:ext cx="1700400" cy="105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245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3" name="Google Shape;163;p10"/>
          <p:cNvSpPr txBox="1">
            <a:spLocks noGrp="1"/>
          </p:cNvSpPr>
          <p:nvPr>
            <p:ph type="subTitle" idx="8"/>
          </p:nvPr>
        </p:nvSpPr>
        <p:spPr>
          <a:xfrm>
            <a:off x="6895274" y="2281650"/>
            <a:ext cx="16020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0"/>
          <p:cNvSpPr txBox="1">
            <a:spLocks noGrp="1"/>
          </p:cNvSpPr>
          <p:nvPr>
            <p:ph type="body" idx="9"/>
          </p:nvPr>
        </p:nvSpPr>
        <p:spPr>
          <a:xfrm>
            <a:off x="8563147" y="4241577"/>
            <a:ext cx="1700400" cy="105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245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Google Shape;165;p10"/>
          <p:cNvSpPr txBox="1">
            <a:spLocks noGrp="1"/>
          </p:cNvSpPr>
          <p:nvPr>
            <p:ph type="subTitle" idx="13"/>
          </p:nvPr>
        </p:nvSpPr>
        <p:spPr>
          <a:xfrm>
            <a:off x="8612487" y="2281625"/>
            <a:ext cx="16020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>
                <a:latin typeface="Sriracha"/>
                <a:ea typeface="Sriracha"/>
                <a:cs typeface="Sriracha"/>
                <a:sym typeface="Srirach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10"/>
          <p:cNvSpPr txBox="1">
            <a:spLocks noGrp="1"/>
          </p:cNvSpPr>
          <p:nvPr>
            <p:ph type="subTitle" idx="14"/>
          </p:nvPr>
        </p:nvSpPr>
        <p:spPr>
          <a:xfrm>
            <a:off x="1743633" y="3787087"/>
            <a:ext cx="17004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subTitle" idx="15"/>
          </p:nvPr>
        </p:nvSpPr>
        <p:spPr>
          <a:xfrm>
            <a:off x="3448510" y="3787075"/>
            <a:ext cx="17004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subTitle" idx="16"/>
          </p:nvPr>
        </p:nvSpPr>
        <p:spPr>
          <a:xfrm>
            <a:off x="5153388" y="3787087"/>
            <a:ext cx="17004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subTitle" idx="17"/>
          </p:nvPr>
        </p:nvSpPr>
        <p:spPr>
          <a:xfrm>
            <a:off x="6858265" y="3787075"/>
            <a:ext cx="17004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0" name="Google Shape;170;p10"/>
          <p:cNvSpPr txBox="1">
            <a:spLocks noGrp="1"/>
          </p:cNvSpPr>
          <p:nvPr>
            <p:ph type="subTitle" idx="18"/>
          </p:nvPr>
        </p:nvSpPr>
        <p:spPr>
          <a:xfrm>
            <a:off x="8563143" y="3787062"/>
            <a:ext cx="17004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5818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title"/>
          </p:nvPr>
        </p:nvSpPr>
        <p:spPr>
          <a:xfrm>
            <a:off x="1493388" y="1186338"/>
            <a:ext cx="8818200" cy="62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770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>
            <a:spLocks noGrp="1"/>
          </p:cNvSpPr>
          <p:nvPr>
            <p:ph type="title"/>
          </p:nvPr>
        </p:nvSpPr>
        <p:spPr>
          <a:xfrm>
            <a:off x="5449335" y="2097650"/>
            <a:ext cx="4872900" cy="763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body" idx="1"/>
          </p:nvPr>
        </p:nvSpPr>
        <p:spPr>
          <a:xfrm>
            <a:off x="5449325" y="3033825"/>
            <a:ext cx="4872900" cy="172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7" name="Google Shape;177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78" name="Google Shape;178;p12"/>
          <p:cNvSpPr>
            <a:spLocks noGrp="1"/>
          </p:cNvSpPr>
          <p:nvPr>
            <p:ph type="pic" idx="2"/>
          </p:nvPr>
        </p:nvSpPr>
        <p:spPr>
          <a:xfrm>
            <a:off x="1951275" y="1967550"/>
            <a:ext cx="2194200" cy="21942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62560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left">
  <p:cSld name="One column text and image lef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>
            <a:spLocks noGrp="1"/>
          </p:cNvSpPr>
          <p:nvPr>
            <p:ph type="title"/>
          </p:nvPr>
        </p:nvSpPr>
        <p:spPr>
          <a:xfrm>
            <a:off x="6588465" y="1181600"/>
            <a:ext cx="3932400" cy="3497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body" idx="1"/>
          </p:nvPr>
        </p:nvSpPr>
        <p:spPr>
          <a:xfrm>
            <a:off x="1565275" y="4827099"/>
            <a:ext cx="8955900" cy="84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Google Shape;182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83" name="Google Shape;183;p13"/>
          <p:cNvSpPr>
            <a:spLocks noGrp="1"/>
          </p:cNvSpPr>
          <p:nvPr>
            <p:ph type="pic" idx="2"/>
          </p:nvPr>
        </p:nvSpPr>
        <p:spPr>
          <a:xfrm>
            <a:off x="1565275" y="1181600"/>
            <a:ext cx="4836000" cy="34977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26921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right">
  <p:cSld name="One column text and image righ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>
            <a:spLocks noGrp="1"/>
          </p:cNvSpPr>
          <p:nvPr>
            <p:ph type="title"/>
          </p:nvPr>
        </p:nvSpPr>
        <p:spPr>
          <a:xfrm>
            <a:off x="1891100" y="1483500"/>
            <a:ext cx="4356300" cy="261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body" idx="1"/>
          </p:nvPr>
        </p:nvSpPr>
        <p:spPr>
          <a:xfrm>
            <a:off x="1891100" y="4095950"/>
            <a:ext cx="4356300" cy="132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Google Shape;187;p1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88" name="Google Shape;188;p14"/>
          <p:cNvSpPr>
            <a:spLocks noGrp="1"/>
          </p:cNvSpPr>
          <p:nvPr>
            <p:ph type="pic" idx="2"/>
          </p:nvPr>
        </p:nvSpPr>
        <p:spPr>
          <a:xfrm>
            <a:off x="6673600" y="1180575"/>
            <a:ext cx="3539400" cy="44061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85449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/>
          <p:nvPr/>
        </p:nvSpPr>
        <p:spPr>
          <a:xfrm rot="5400000">
            <a:off x="4025657" y="-1424090"/>
            <a:ext cx="4094828" cy="9357408"/>
          </a:xfrm>
          <a:custGeom>
            <a:avLst/>
            <a:gdLst/>
            <a:ahLst/>
            <a:cxnLst/>
            <a:rect l="l" t="t" r="r" b="b"/>
            <a:pathLst>
              <a:path w="1360408" h="1377102" extrusionOk="0">
                <a:moveTo>
                  <a:pt x="723965" y="140"/>
                </a:moveTo>
                <a:cubicBezTo>
                  <a:pt x="638225" y="-1322"/>
                  <a:pt x="552595" y="8600"/>
                  <a:pt x="469819" y="34039"/>
                </a:cubicBezTo>
                <a:cubicBezTo>
                  <a:pt x="440284" y="43119"/>
                  <a:pt x="411336" y="54223"/>
                  <a:pt x="383291" y="67185"/>
                </a:cubicBezTo>
                <a:cubicBezTo>
                  <a:pt x="347489" y="83729"/>
                  <a:pt x="313040" y="103513"/>
                  <a:pt x="280821" y="126263"/>
                </a:cubicBezTo>
                <a:cubicBezTo>
                  <a:pt x="241930" y="153721"/>
                  <a:pt x="206092" y="185568"/>
                  <a:pt x="174306" y="221013"/>
                </a:cubicBezTo>
                <a:cubicBezTo>
                  <a:pt x="79641" y="326568"/>
                  <a:pt x="23113" y="462306"/>
                  <a:pt x="5803" y="602424"/>
                </a:cubicBezTo>
                <a:cubicBezTo>
                  <a:pt x="-1030" y="657705"/>
                  <a:pt x="-1714" y="713682"/>
                  <a:pt x="3147" y="769154"/>
                </a:cubicBezTo>
                <a:cubicBezTo>
                  <a:pt x="13911" y="892039"/>
                  <a:pt x="55044" y="1012738"/>
                  <a:pt x="131040" y="1110840"/>
                </a:cubicBezTo>
                <a:cubicBezTo>
                  <a:pt x="175569" y="1168323"/>
                  <a:pt x="231109" y="1217427"/>
                  <a:pt x="292078" y="1256827"/>
                </a:cubicBezTo>
                <a:cubicBezTo>
                  <a:pt x="415655" y="1336689"/>
                  <a:pt x="564278" y="1379433"/>
                  <a:pt x="711440" y="1377004"/>
                </a:cubicBezTo>
                <a:cubicBezTo>
                  <a:pt x="768530" y="1376065"/>
                  <a:pt x="825642" y="1368050"/>
                  <a:pt x="880324" y="1351452"/>
                </a:cubicBezTo>
                <a:cubicBezTo>
                  <a:pt x="936848" y="1334296"/>
                  <a:pt x="990716" y="1308688"/>
                  <a:pt x="1040480" y="1276943"/>
                </a:cubicBezTo>
                <a:cubicBezTo>
                  <a:pt x="1151843" y="1205898"/>
                  <a:pt x="1244076" y="1103501"/>
                  <a:pt x="1299811" y="983453"/>
                </a:cubicBezTo>
                <a:cubicBezTo>
                  <a:pt x="1343352" y="889667"/>
                  <a:pt x="1364439" y="786103"/>
                  <a:pt x="1359771" y="682751"/>
                </a:cubicBezTo>
                <a:cubicBezTo>
                  <a:pt x="1357541" y="633307"/>
                  <a:pt x="1350392" y="583835"/>
                  <a:pt x="1335612" y="536516"/>
                </a:cubicBezTo>
                <a:cubicBezTo>
                  <a:pt x="1317590" y="478822"/>
                  <a:pt x="1289006" y="424533"/>
                  <a:pt x="1253257" y="375854"/>
                </a:cubicBezTo>
                <a:cubicBezTo>
                  <a:pt x="1211869" y="319492"/>
                  <a:pt x="1160733" y="270461"/>
                  <a:pt x="1102590" y="231640"/>
                </a:cubicBezTo>
                <a:cubicBezTo>
                  <a:pt x="1034703" y="186313"/>
                  <a:pt x="957967" y="154940"/>
                  <a:pt x="878045" y="138533"/>
                </a:cubicBezTo>
                <a:cubicBezTo>
                  <a:pt x="788205" y="120090"/>
                  <a:pt x="694733" y="120887"/>
                  <a:pt x="605177" y="140557"/>
                </a:cubicBezTo>
                <a:cubicBezTo>
                  <a:pt x="532084" y="156612"/>
                  <a:pt x="461942" y="184580"/>
                  <a:pt x="397330" y="222276"/>
                </a:cubicBezTo>
                <a:cubicBezTo>
                  <a:pt x="363427" y="242060"/>
                  <a:pt x="331252" y="264535"/>
                  <a:pt x="300430" y="288820"/>
                </a:cubicBezTo>
                <a:cubicBezTo>
                  <a:pt x="273595" y="310222"/>
                  <a:pt x="269162" y="349274"/>
                  <a:pt x="290564" y="376105"/>
                </a:cubicBezTo>
                <a:cubicBezTo>
                  <a:pt x="311963" y="402940"/>
                  <a:pt x="351015" y="407377"/>
                  <a:pt x="377850" y="385975"/>
                </a:cubicBezTo>
                <a:cubicBezTo>
                  <a:pt x="452700" y="325475"/>
                  <a:pt x="537650" y="279853"/>
                  <a:pt x="631744" y="257953"/>
                </a:cubicBezTo>
                <a:cubicBezTo>
                  <a:pt x="706849" y="240473"/>
                  <a:pt x="785512" y="238688"/>
                  <a:pt x="861221" y="253524"/>
                </a:cubicBezTo>
                <a:cubicBezTo>
                  <a:pt x="925331" y="266089"/>
                  <a:pt x="987251" y="290079"/>
                  <a:pt x="1042880" y="324366"/>
                </a:cubicBezTo>
                <a:cubicBezTo>
                  <a:pt x="1090361" y="353634"/>
                  <a:pt x="1133724" y="389893"/>
                  <a:pt x="1168753" y="433414"/>
                </a:cubicBezTo>
                <a:cubicBezTo>
                  <a:pt x="1203672" y="476798"/>
                  <a:pt x="1229709" y="527145"/>
                  <a:pt x="1244400" y="580916"/>
                </a:cubicBezTo>
                <a:cubicBezTo>
                  <a:pt x="1251189" y="605747"/>
                  <a:pt x="1255297" y="631234"/>
                  <a:pt x="1257937" y="656818"/>
                </a:cubicBezTo>
                <a:cubicBezTo>
                  <a:pt x="1266094" y="735842"/>
                  <a:pt x="1257589" y="816371"/>
                  <a:pt x="1232385" y="891739"/>
                </a:cubicBezTo>
                <a:cubicBezTo>
                  <a:pt x="1192750" y="1010256"/>
                  <a:pt x="1113730" y="1114402"/>
                  <a:pt x="1013531" y="1188515"/>
                </a:cubicBezTo>
                <a:cubicBezTo>
                  <a:pt x="964342" y="1224900"/>
                  <a:pt x="909628" y="1254382"/>
                  <a:pt x="851355" y="1273275"/>
                </a:cubicBezTo>
                <a:cubicBezTo>
                  <a:pt x="759179" y="1303154"/>
                  <a:pt x="658672" y="1304134"/>
                  <a:pt x="564064" y="1285921"/>
                </a:cubicBezTo>
                <a:cubicBezTo>
                  <a:pt x="460096" y="1265911"/>
                  <a:pt x="360168" y="1221228"/>
                  <a:pt x="277784" y="1154487"/>
                </a:cubicBezTo>
                <a:cubicBezTo>
                  <a:pt x="231239" y="1116778"/>
                  <a:pt x="190337" y="1071751"/>
                  <a:pt x="157102" y="1021911"/>
                </a:cubicBezTo>
                <a:cubicBezTo>
                  <a:pt x="134392" y="987854"/>
                  <a:pt x="115046" y="951267"/>
                  <a:pt x="100173" y="913117"/>
                </a:cubicBezTo>
                <a:cubicBezTo>
                  <a:pt x="74791" y="848007"/>
                  <a:pt x="61963" y="778481"/>
                  <a:pt x="58680" y="708813"/>
                </a:cubicBezTo>
                <a:cubicBezTo>
                  <a:pt x="50697" y="539322"/>
                  <a:pt x="103031" y="368410"/>
                  <a:pt x="216937" y="240874"/>
                </a:cubicBezTo>
                <a:cubicBezTo>
                  <a:pt x="245092" y="209351"/>
                  <a:pt x="276578" y="180909"/>
                  <a:pt x="310805" y="156118"/>
                </a:cubicBezTo>
                <a:cubicBezTo>
                  <a:pt x="338915" y="135752"/>
                  <a:pt x="368900" y="117924"/>
                  <a:pt x="400115" y="102731"/>
                </a:cubicBezTo>
                <a:cubicBezTo>
                  <a:pt x="533865" y="37641"/>
                  <a:pt x="685896" y="22841"/>
                  <a:pt x="832378" y="38087"/>
                </a:cubicBezTo>
                <a:cubicBezTo>
                  <a:pt x="879558" y="43001"/>
                  <a:pt x="926242" y="51134"/>
                  <a:pt x="972544" y="61363"/>
                </a:cubicBezTo>
                <a:cubicBezTo>
                  <a:pt x="979940" y="63076"/>
                  <a:pt x="987279" y="58514"/>
                  <a:pt x="988991" y="51118"/>
                </a:cubicBezTo>
                <a:cubicBezTo>
                  <a:pt x="990704" y="43726"/>
                  <a:pt x="986137" y="36257"/>
                  <a:pt x="978746" y="34549"/>
                </a:cubicBezTo>
                <a:cubicBezTo>
                  <a:pt x="895520" y="14405"/>
                  <a:pt x="809704" y="1597"/>
                  <a:pt x="723965" y="14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 txBox="1">
            <a:spLocks noGrp="1"/>
          </p:cNvSpPr>
          <p:nvPr>
            <p:ph type="title"/>
          </p:nvPr>
        </p:nvSpPr>
        <p:spPr>
          <a:xfrm>
            <a:off x="2370800" y="1606850"/>
            <a:ext cx="6542400" cy="3295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" name="Google Shape;192;p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93" name="Google Shape;193;p15"/>
          <p:cNvSpPr txBox="1">
            <a:spLocks noGrp="1"/>
          </p:cNvSpPr>
          <p:nvPr>
            <p:ph type="subTitle" idx="1"/>
          </p:nvPr>
        </p:nvSpPr>
        <p:spPr>
          <a:xfrm>
            <a:off x="1744900" y="5076499"/>
            <a:ext cx="8557200" cy="66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93596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/>
          <p:nvPr/>
        </p:nvSpPr>
        <p:spPr>
          <a:xfrm>
            <a:off x="1850013" y="960079"/>
            <a:ext cx="8051827" cy="4657311"/>
          </a:xfrm>
          <a:custGeom>
            <a:avLst/>
            <a:gdLst/>
            <a:ahLst/>
            <a:cxnLst/>
            <a:rect l="l" t="t" r="r" b="b"/>
            <a:pathLst>
              <a:path w="2558166" h="967753" extrusionOk="0">
                <a:moveTo>
                  <a:pt x="1660108" y="480"/>
                </a:moveTo>
                <a:cubicBezTo>
                  <a:pt x="1567649" y="-1099"/>
                  <a:pt x="1475149" y="1241"/>
                  <a:pt x="1382933" y="7183"/>
                </a:cubicBezTo>
                <a:cubicBezTo>
                  <a:pt x="1246997" y="15948"/>
                  <a:pt x="1111425" y="32011"/>
                  <a:pt x="977513" y="56898"/>
                </a:cubicBezTo>
                <a:cubicBezTo>
                  <a:pt x="864530" y="77888"/>
                  <a:pt x="752802" y="105452"/>
                  <a:pt x="642773" y="138493"/>
                </a:cubicBezTo>
                <a:cubicBezTo>
                  <a:pt x="563795" y="162214"/>
                  <a:pt x="485666" y="188438"/>
                  <a:pt x="409602" y="220467"/>
                </a:cubicBezTo>
                <a:cubicBezTo>
                  <a:pt x="326737" y="255378"/>
                  <a:pt x="245571" y="296499"/>
                  <a:pt x="172665" y="349505"/>
                </a:cubicBezTo>
                <a:cubicBezTo>
                  <a:pt x="124857" y="384274"/>
                  <a:pt x="79963" y="424934"/>
                  <a:pt x="46809" y="474236"/>
                </a:cubicBezTo>
                <a:cubicBezTo>
                  <a:pt x="18229" y="516737"/>
                  <a:pt x="-554" y="566359"/>
                  <a:pt x="12" y="618070"/>
                </a:cubicBezTo>
                <a:cubicBezTo>
                  <a:pt x="215" y="638857"/>
                  <a:pt x="3696" y="659231"/>
                  <a:pt x="11509" y="678541"/>
                </a:cubicBezTo>
                <a:cubicBezTo>
                  <a:pt x="20981" y="701911"/>
                  <a:pt x="35838" y="722690"/>
                  <a:pt x="53245" y="740781"/>
                </a:cubicBezTo>
                <a:cubicBezTo>
                  <a:pt x="75591" y="763968"/>
                  <a:pt x="102066" y="782885"/>
                  <a:pt x="129795" y="799098"/>
                </a:cubicBezTo>
                <a:cubicBezTo>
                  <a:pt x="176430" y="826374"/>
                  <a:pt x="227112" y="846619"/>
                  <a:pt x="278321" y="863487"/>
                </a:cubicBezTo>
                <a:cubicBezTo>
                  <a:pt x="359000" y="890075"/>
                  <a:pt x="442351" y="908523"/>
                  <a:pt x="525985" y="922946"/>
                </a:cubicBezTo>
                <a:cubicBezTo>
                  <a:pt x="631317" y="941102"/>
                  <a:pt x="737581" y="952417"/>
                  <a:pt x="844168" y="959630"/>
                </a:cubicBezTo>
                <a:cubicBezTo>
                  <a:pt x="1061795" y="974366"/>
                  <a:pt x="1280799" y="969273"/>
                  <a:pt x="1497293" y="942555"/>
                </a:cubicBezTo>
                <a:cubicBezTo>
                  <a:pt x="1556962" y="935188"/>
                  <a:pt x="1616469" y="926302"/>
                  <a:pt x="1675653" y="915733"/>
                </a:cubicBezTo>
                <a:cubicBezTo>
                  <a:pt x="1704718" y="910551"/>
                  <a:pt x="1733743" y="905155"/>
                  <a:pt x="1762566" y="898908"/>
                </a:cubicBezTo>
                <a:cubicBezTo>
                  <a:pt x="1852637" y="879405"/>
                  <a:pt x="1941453" y="855561"/>
                  <a:pt x="2029256" y="827560"/>
                </a:cubicBezTo>
                <a:cubicBezTo>
                  <a:pt x="2106819" y="802814"/>
                  <a:pt x="2183490" y="774247"/>
                  <a:pt x="2257450" y="740149"/>
                </a:cubicBezTo>
                <a:cubicBezTo>
                  <a:pt x="2315540" y="713375"/>
                  <a:pt x="2372497" y="683196"/>
                  <a:pt x="2424556" y="645901"/>
                </a:cubicBezTo>
                <a:cubicBezTo>
                  <a:pt x="2459856" y="620632"/>
                  <a:pt x="2493617" y="591640"/>
                  <a:pt x="2519566" y="556591"/>
                </a:cubicBezTo>
                <a:cubicBezTo>
                  <a:pt x="2535879" y="534553"/>
                  <a:pt x="2549036" y="509782"/>
                  <a:pt x="2554865" y="482838"/>
                </a:cubicBezTo>
                <a:cubicBezTo>
                  <a:pt x="2557658" y="470038"/>
                  <a:pt x="2558711" y="456825"/>
                  <a:pt x="2557901" y="443749"/>
                </a:cubicBezTo>
                <a:cubicBezTo>
                  <a:pt x="2553165" y="368325"/>
                  <a:pt x="2488233" y="317322"/>
                  <a:pt x="2426459" y="284735"/>
                </a:cubicBezTo>
                <a:cubicBezTo>
                  <a:pt x="2417270" y="279877"/>
                  <a:pt x="2407959" y="275275"/>
                  <a:pt x="2398527" y="270943"/>
                </a:cubicBezTo>
                <a:cubicBezTo>
                  <a:pt x="2386544" y="265458"/>
                  <a:pt x="2374359" y="260430"/>
                  <a:pt x="2362094" y="255637"/>
                </a:cubicBezTo>
                <a:cubicBezTo>
                  <a:pt x="2344605" y="248812"/>
                  <a:pt x="2326956" y="242626"/>
                  <a:pt x="2309063" y="236915"/>
                </a:cubicBezTo>
                <a:cubicBezTo>
                  <a:pt x="2285017" y="229223"/>
                  <a:pt x="2260566" y="222349"/>
                  <a:pt x="2236075" y="216168"/>
                </a:cubicBezTo>
                <a:cubicBezTo>
                  <a:pt x="2158432" y="196583"/>
                  <a:pt x="2079292" y="183184"/>
                  <a:pt x="1999907" y="173031"/>
                </a:cubicBezTo>
                <a:cubicBezTo>
                  <a:pt x="1911051" y="161664"/>
                  <a:pt x="1821709" y="154491"/>
                  <a:pt x="1732205" y="150386"/>
                </a:cubicBezTo>
                <a:cubicBezTo>
                  <a:pt x="1517128" y="140525"/>
                  <a:pt x="1300027" y="146738"/>
                  <a:pt x="1086286" y="173663"/>
                </a:cubicBezTo>
                <a:cubicBezTo>
                  <a:pt x="1078757" y="174557"/>
                  <a:pt x="1073373" y="181431"/>
                  <a:pt x="1074263" y="188969"/>
                </a:cubicBezTo>
                <a:cubicBezTo>
                  <a:pt x="1075154" y="196506"/>
                  <a:pt x="1082036" y="201882"/>
                  <a:pt x="1089565" y="200987"/>
                </a:cubicBezTo>
                <a:cubicBezTo>
                  <a:pt x="1295494" y="178030"/>
                  <a:pt x="1503891" y="174484"/>
                  <a:pt x="1710710" y="185932"/>
                </a:cubicBezTo>
                <a:cubicBezTo>
                  <a:pt x="1793494" y="190515"/>
                  <a:pt x="1876075" y="197692"/>
                  <a:pt x="1958293" y="208323"/>
                </a:cubicBezTo>
                <a:cubicBezTo>
                  <a:pt x="2037758" y="218605"/>
                  <a:pt x="2117020" y="232150"/>
                  <a:pt x="2194825" y="251463"/>
                </a:cubicBezTo>
                <a:cubicBezTo>
                  <a:pt x="2219316" y="257532"/>
                  <a:pt x="2243645" y="264126"/>
                  <a:pt x="2267691" y="271579"/>
                </a:cubicBezTo>
                <a:cubicBezTo>
                  <a:pt x="2287567" y="277720"/>
                  <a:pt x="2307201" y="284444"/>
                  <a:pt x="2326672" y="291819"/>
                </a:cubicBezTo>
                <a:cubicBezTo>
                  <a:pt x="2342339" y="297762"/>
                  <a:pt x="2357883" y="304211"/>
                  <a:pt x="2373064" y="311299"/>
                </a:cubicBezTo>
                <a:cubicBezTo>
                  <a:pt x="2383508" y="316157"/>
                  <a:pt x="2393750" y="321322"/>
                  <a:pt x="2403829" y="326860"/>
                </a:cubicBezTo>
                <a:cubicBezTo>
                  <a:pt x="2411562" y="331114"/>
                  <a:pt x="2419131" y="335640"/>
                  <a:pt x="2426580" y="340397"/>
                </a:cubicBezTo>
                <a:cubicBezTo>
                  <a:pt x="2464309" y="364463"/>
                  <a:pt x="2506288" y="400750"/>
                  <a:pt x="2506935" y="449316"/>
                </a:cubicBezTo>
                <a:cubicBezTo>
                  <a:pt x="2507016" y="455797"/>
                  <a:pt x="2506328" y="462326"/>
                  <a:pt x="2505033" y="468670"/>
                </a:cubicBezTo>
                <a:cubicBezTo>
                  <a:pt x="2500216" y="491922"/>
                  <a:pt x="2487100" y="512721"/>
                  <a:pt x="2472121" y="530784"/>
                </a:cubicBezTo>
                <a:cubicBezTo>
                  <a:pt x="2447225" y="560846"/>
                  <a:pt x="2415650" y="585155"/>
                  <a:pt x="2383184" y="606561"/>
                </a:cubicBezTo>
                <a:cubicBezTo>
                  <a:pt x="2331894" y="640416"/>
                  <a:pt x="2276232" y="667668"/>
                  <a:pt x="2219640" y="691442"/>
                </a:cubicBezTo>
                <a:cubicBezTo>
                  <a:pt x="2147381" y="721795"/>
                  <a:pt x="2072855" y="746723"/>
                  <a:pt x="1997479" y="768105"/>
                </a:cubicBezTo>
                <a:cubicBezTo>
                  <a:pt x="1913683" y="791880"/>
                  <a:pt x="1828591" y="810838"/>
                  <a:pt x="1743095" y="827435"/>
                </a:cubicBezTo>
                <a:cubicBezTo>
                  <a:pt x="1706783" y="834487"/>
                  <a:pt x="1670552" y="841372"/>
                  <a:pt x="1634038" y="847424"/>
                </a:cubicBezTo>
                <a:cubicBezTo>
                  <a:pt x="1543360" y="862455"/>
                  <a:pt x="1451953" y="874053"/>
                  <a:pt x="1360304" y="881323"/>
                </a:cubicBezTo>
                <a:cubicBezTo>
                  <a:pt x="1193318" y="894573"/>
                  <a:pt x="1025402" y="893375"/>
                  <a:pt x="858458" y="880441"/>
                </a:cubicBezTo>
                <a:cubicBezTo>
                  <a:pt x="762315" y="872992"/>
                  <a:pt x="666455" y="861160"/>
                  <a:pt x="571527" y="844133"/>
                </a:cubicBezTo>
                <a:cubicBezTo>
                  <a:pt x="490281" y="829560"/>
                  <a:pt x="409318" y="811348"/>
                  <a:pt x="330785" y="785690"/>
                </a:cubicBezTo>
                <a:cubicBezTo>
                  <a:pt x="289615" y="772230"/>
                  <a:pt x="249093" y="756653"/>
                  <a:pt x="210393" y="737113"/>
                </a:cubicBezTo>
                <a:cubicBezTo>
                  <a:pt x="178535" y="721038"/>
                  <a:pt x="146231" y="701923"/>
                  <a:pt x="121699" y="675630"/>
                </a:cubicBezTo>
                <a:cubicBezTo>
                  <a:pt x="110445" y="663579"/>
                  <a:pt x="100244" y="649147"/>
                  <a:pt x="97167" y="632619"/>
                </a:cubicBezTo>
                <a:cubicBezTo>
                  <a:pt x="93807" y="614645"/>
                  <a:pt x="97167" y="593850"/>
                  <a:pt x="102835" y="576702"/>
                </a:cubicBezTo>
                <a:cubicBezTo>
                  <a:pt x="107935" y="561335"/>
                  <a:pt x="115505" y="546839"/>
                  <a:pt x="124330" y="533314"/>
                </a:cubicBezTo>
                <a:cubicBezTo>
                  <a:pt x="137527" y="513130"/>
                  <a:pt x="153639" y="494934"/>
                  <a:pt x="171046" y="478284"/>
                </a:cubicBezTo>
                <a:cubicBezTo>
                  <a:pt x="214361" y="436787"/>
                  <a:pt x="265650" y="403746"/>
                  <a:pt x="318033" y="374931"/>
                </a:cubicBezTo>
                <a:cubicBezTo>
                  <a:pt x="389280" y="335737"/>
                  <a:pt x="464494" y="303915"/>
                  <a:pt x="541045" y="276639"/>
                </a:cubicBezTo>
                <a:cubicBezTo>
                  <a:pt x="625529" y="246525"/>
                  <a:pt x="712037" y="221880"/>
                  <a:pt x="799638" y="202631"/>
                </a:cubicBezTo>
                <a:cubicBezTo>
                  <a:pt x="840525" y="193644"/>
                  <a:pt x="881653" y="185851"/>
                  <a:pt x="922863" y="178342"/>
                </a:cubicBezTo>
                <a:cubicBezTo>
                  <a:pt x="992815" y="165595"/>
                  <a:pt x="1063131" y="155130"/>
                  <a:pt x="1133730" y="146589"/>
                </a:cubicBezTo>
                <a:cubicBezTo>
                  <a:pt x="1276346" y="129336"/>
                  <a:pt x="1419811" y="120405"/>
                  <a:pt x="1563439" y="120025"/>
                </a:cubicBezTo>
                <a:cubicBezTo>
                  <a:pt x="1683587" y="119709"/>
                  <a:pt x="1803897" y="125802"/>
                  <a:pt x="1923236" y="139634"/>
                </a:cubicBezTo>
                <a:cubicBezTo>
                  <a:pt x="1970073" y="145059"/>
                  <a:pt x="2016667" y="151904"/>
                  <a:pt x="2063140" y="159620"/>
                </a:cubicBezTo>
                <a:cubicBezTo>
                  <a:pt x="2097022" y="165093"/>
                  <a:pt x="2128922" y="142144"/>
                  <a:pt x="2134387" y="108261"/>
                </a:cubicBezTo>
                <a:cubicBezTo>
                  <a:pt x="2139851" y="74374"/>
                  <a:pt x="2116777" y="42382"/>
                  <a:pt x="2082894" y="36913"/>
                </a:cubicBezTo>
                <a:cubicBezTo>
                  <a:pt x="2034316" y="29290"/>
                  <a:pt x="1985658" y="22534"/>
                  <a:pt x="1936757" y="17304"/>
                </a:cubicBezTo>
                <a:cubicBezTo>
                  <a:pt x="1844864" y="7475"/>
                  <a:pt x="1752567" y="2059"/>
                  <a:pt x="1660108" y="48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title"/>
          </p:nvPr>
        </p:nvSpPr>
        <p:spPr>
          <a:xfrm>
            <a:off x="1554300" y="1007200"/>
            <a:ext cx="8778600" cy="454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4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1763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 with Caption">
  <p:cSld name="Big image with Caption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>
            <a:spLocks noGrp="1"/>
          </p:cNvSpPr>
          <p:nvPr>
            <p:ph type="pic" idx="2"/>
          </p:nvPr>
        </p:nvSpPr>
        <p:spPr>
          <a:xfrm>
            <a:off x="1875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17"/>
          <p:cNvSpPr txBox="1">
            <a:spLocks noGrp="1"/>
          </p:cNvSpPr>
          <p:nvPr>
            <p:ph type="body" idx="1"/>
          </p:nvPr>
        </p:nvSpPr>
        <p:spPr>
          <a:xfrm>
            <a:off x="1401675" y="5686642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1" name="Google Shape;201;p1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845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/>
          <p:nvPr/>
        </p:nvSpPr>
        <p:spPr>
          <a:xfrm rot="-284826" flipH="1">
            <a:off x="1446017" y="1656574"/>
            <a:ext cx="9196175" cy="3075866"/>
          </a:xfrm>
          <a:custGeom>
            <a:avLst/>
            <a:gdLst/>
            <a:ahLst/>
            <a:cxnLst/>
            <a:rect l="l" t="t" r="r" b="b"/>
            <a:pathLst>
              <a:path w="2558166" h="967753" extrusionOk="0">
                <a:moveTo>
                  <a:pt x="1660108" y="480"/>
                </a:moveTo>
                <a:cubicBezTo>
                  <a:pt x="1567649" y="-1099"/>
                  <a:pt x="1475149" y="1241"/>
                  <a:pt x="1382933" y="7183"/>
                </a:cubicBezTo>
                <a:cubicBezTo>
                  <a:pt x="1246997" y="15948"/>
                  <a:pt x="1111425" y="32011"/>
                  <a:pt x="977513" y="56898"/>
                </a:cubicBezTo>
                <a:cubicBezTo>
                  <a:pt x="864530" y="77888"/>
                  <a:pt x="752802" y="105452"/>
                  <a:pt x="642773" y="138493"/>
                </a:cubicBezTo>
                <a:cubicBezTo>
                  <a:pt x="563795" y="162214"/>
                  <a:pt x="485666" y="188438"/>
                  <a:pt x="409602" y="220467"/>
                </a:cubicBezTo>
                <a:cubicBezTo>
                  <a:pt x="326737" y="255378"/>
                  <a:pt x="245571" y="296499"/>
                  <a:pt x="172665" y="349505"/>
                </a:cubicBezTo>
                <a:cubicBezTo>
                  <a:pt x="124857" y="384274"/>
                  <a:pt x="79963" y="424934"/>
                  <a:pt x="46809" y="474236"/>
                </a:cubicBezTo>
                <a:cubicBezTo>
                  <a:pt x="18229" y="516737"/>
                  <a:pt x="-554" y="566359"/>
                  <a:pt x="12" y="618070"/>
                </a:cubicBezTo>
                <a:cubicBezTo>
                  <a:pt x="215" y="638857"/>
                  <a:pt x="3696" y="659231"/>
                  <a:pt x="11509" y="678541"/>
                </a:cubicBezTo>
                <a:cubicBezTo>
                  <a:pt x="20981" y="701911"/>
                  <a:pt x="35838" y="722690"/>
                  <a:pt x="53245" y="740781"/>
                </a:cubicBezTo>
                <a:cubicBezTo>
                  <a:pt x="75591" y="763968"/>
                  <a:pt x="102066" y="782885"/>
                  <a:pt x="129795" y="799098"/>
                </a:cubicBezTo>
                <a:cubicBezTo>
                  <a:pt x="176430" y="826374"/>
                  <a:pt x="227112" y="846619"/>
                  <a:pt x="278321" y="863487"/>
                </a:cubicBezTo>
                <a:cubicBezTo>
                  <a:pt x="359000" y="890075"/>
                  <a:pt x="442351" y="908523"/>
                  <a:pt x="525985" y="922946"/>
                </a:cubicBezTo>
                <a:cubicBezTo>
                  <a:pt x="631317" y="941102"/>
                  <a:pt x="737581" y="952417"/>
                  <a:pt x="844168" y="959630"/>
                </a:cubicBezTo>
                <a:cubicBezTo>
                  <a:pt x="1061795" y="974366"/>
                  <a:pt x="1280799" y="969273"/>
                  <a:pt x="1497293" y="942555"/>
                </a:cubicBezTo>
                <a:cubicBezTo>
                  <a:pt x="1556962" y="935188"/>
                  <a:pt x="1616469" y="926302"/>
                  <a:pt x="1675653" y="915733"/>
                </a:cubicBezTo>
                <a:cubicBezTo>
                  <a:pt x="1704718" y="910551"/>
                  <a:pt x="1733743" y="905155"/>
                  <a:pt x="1762566" y="898908"/>
                </a:cubicBezTo>
                <a:cubicBezTo>
                  <a:pt x="1852637" y="879405"/>
                  <a:pt x="1941453" y="855561"/>
                  <a:pt x="2029256" y="827560"/>
                </a:cubicBezTo>
                <a:cubicBezTo>
                  <a:pt x="2106819" y="802814"/>
                  <a:pt x="2183490" y="774247"/>
                  <a:pt x="2257450" y="740149"/>
                </a:cubicBezTo>
                <a:cubicBezTo>
                  <a:pt x="2315540" y="713375"/>
                  <a:pt x="2372497" y="683196"/>
                  <a:pt x="2424556" y="645901"/>
                </a:cubicBezTo>
                <a:cubicBezTo>
                  <a:pt x="2459856" y="620632"/>
                  <a:pt x="2493617" y="591640"/>
                  <a:pt x="2519566" y="556591"/>
                </a:cubicBezTo>
                <a:cubicBezTo>
                  <a:pt x="2535879" y="534553"/>
                  <a:pt x="2549036" y="509782"/>
                  <a:pt x="2554865" y="482838"/>
                </a:cubicBezTo>
                <a:cubicBezTo>
                  <a:pt x="2557658" y="470038"/>
                  <a:pt x="2558711" y="456825"/>
                  <a:pt x="2557901" y="443749"/>
                </a:cubicBezTo>
                <a:cubicBezTo>
                  <a:pt x="2553165" y="368325"/>
                  <a:pt x="2488233" y="317322"/>
                  <a:pt x="2426459" y="284735"/>
                </a:cubicBezTo>
                <a:cubicBezTo>
                  <a:pt x="2417270" y="279877"/>
                  <a:pt x="2407959" y="275275"/>
                  <a:pt x="2398527" y="270943"/>
                </a:cubicBezTo>
                <a:cubicBezTo>
                  <a:pt x="2386544" y="265458"/>
                  <a:pt x="2374359" y="260430"/>
                  <a:pt x="2362094" y="255637"/>
                </a:cubicBezTo>
                <a:cubicBezTo>
                  <a:pt x="2344605" y="248812"/>
                  <a:pt x="2326956" y="242626"/>
                  <a:pt x="2309063" y="236915"/>
                </a:cubicBezTo>
                <a:cubicBezTo>
                  <a:pt x="2285017" y="229223"/>
                  <a:pt x="2260566" y="222349"/>
                  <a:pt x="2236075" y="216168"/>
                </a:cubicBezTo>
                <a:cubicBezTo>
                  <a:pt x="2158432" y="196583"/>
                  <a:pt x="2079292" y="183184"/>
                  <a:pt x="1999907" y="173031"/>
                </a:cubicBezTo>
                <a:cubicBezTo>
                  <a:pt x="1911051" y="161664"/>
                  <a:pt x="1821709" y="154491"/>
                  <a:pt x="1732205" y="150386"/>
                </a:cubicBezTo>
                <a:cubicBezTo>
                  <a:pt x="1517128" y="140525"/>
                  <a:pt x="1300027" y="146738"/>
                  <a:pt x="1086286" y="173663"/>
                </a:cubicBezTo>
                <a:cubicBezTo>
                  <a:pt x="1078757" y="174557"/>
                  <a:pt x="1073373" y="181431"/>
                  <a:pt x="1074263" y="188969"/>
                </a:cubicBezTo>
                <a:cubicBezTo>
                  <a:pt x="1075154" y="196506"/>
                  <a:pt x="1082036" y="201882"/>
                  <a:pt x="1089565" y="200987"/>
                </a:cubicBezTo>
                <a:cubicBezTo>
                  <a:pt x="1295494" y="178030"/>
                  <a:pt x="1503891" y="174484"/>
                  <a:pt x="1710710" y="185932"/>
                </a:cubicBezTo>
                <a:cubicBezTo>
                  <a:pt x="1793494" y="190515"/>
                  <a:pt x="1876075" y="197692"/>
                  <a:pt x="1958293" y="208323"/>
                </a:cubicBezTo>
                <a:cubicBezTo>
                  <a:pt x="2037758" y="218605"/>
                  <a:pt x="2117020" y="232150"/>
                  <a:pt x="2194825" y="251463"/>
                </a:cubicBezTo>
                <a:cubicBezTo>
                  <a:pt x="2219316" y="257532"/>
                  <a:pt x="2243645" y="264126"/>
                  <a:pt x="2267691" y="271579"/>
                </a:cubicBezTo>
                <a:cubicBezTo>
                  <a:pt x="2287567" y="277720"/>
                  <a:pt x="2307201" y="284444"/>
                  <a:pt x="2326672" y="291819"/>
                </a:cubicBezTo>
                <a:cubicBezTo>
                  <a:pt x="2342339" y="297762"/>
                  <a:pt x="2357883" y="304211"/>
                  <a:pt x="2373064" y="311299"/>
                </a:cubicBezTo>
                <a:cubicBezTo>
                  <a:pt x="2383508" y="316157"/>
                  <a:pt x="2393750" y="321322"/>
                  <a:pt x="2403829" y="326860"/>
                </a:cubicBezTo>
                <a:cubicBezTo>
                  <a:pt x="2411562" y="331114"/>
                  <a:pt x="2419131" y="335640"/>
                  <a:pt x="2426580" y="340397"/>
                </a:cubicBezTo>
                <a:cubicBezTo>
                  <a:pt x="2464309" y="364463"/>
                  <a:pt x="2506288" y="400750"/>
                  <a:pt x="2506935" y="449316"/>
                </a:cubicBezTo>
                <a:cubicBezTo>
                  <a:pt x="2507016" y="455797"/>
                  <a:pt x="2506328" y="462326"/>
                  <a:pt x="2505033" y="468670"/>
                </a:cubicBezTo>
                <a:cubicBezTo>
                  <a:pt x="2500216" y="491922"/>
                  <a:pt x="2487100" y="512721"/>
                  <a:pt x="2472121" y="530784"/>
                </a:cubicBezTo>
                <a:cubicBezTo>
                  <a:pt x="2447225" y="560846"/>
                  <a:pt x="2415650" y="585155"/>
                  <a:pt x="2383184" y="606561"/>
                </a:cubicBezTo>
                <a:cubicBezTo>
                  <a:pt x="2331894" y="640416"/>
                  <a:pt x="2276232" y="667668"/>
                  <a:pt x="2219640" y="691442"/>
                </a:cubicBezTo>
                <a:cubicBezTo>
                  <a:pt x="2147381" y="721795"/>
                  <a:pt x="2072855" y="746723"/>
                  <a:pt x="1997479" y="768105"/>
                </a:cubicBezTo>
                <a:cubicBezTo>
                  <a:pt x="1913683" y="791880"/>
                  <a:pt x="1828591" y="810838"/>
                  <a:pt x="1743095" y="827435"/>
                </a:cubicBezTo>
                <a:cubicBezTo>
                  <a:pt x="1706783" y="834487"/>
                  <a:pt x="1670552" y="841372"/>
                  <a:pt x="1634038" y="847424"/>
                </a:cubicBezTo>
                <a:cubicBezTo>
                  <a:pt x="1543360" y="862455"/>
                  <a:pt x="1451953" y="874053"/>
                  <a:pt x="1360304" y="881323"/>
                </a:cubicBezTo>
                <a:cubicBezTo>
                  <a:pt x="1193318" y="894573"/>
                  <a:pt x="1025402" y="893375"/>
                  <a:pt x="858458" y="880441"/>
                </a:cubicBezTo>
                <a:cubicBezTo>
                  <a:pt x="762315" y="872992"/>
                  <a:pt x="666455" y="861160"/>
                  <a:pt x="571527" y="844133"/>
                </a:cubicBezTo>
                <a:cubicBezTo>
                  <a:pt x="490281" y="829560"/>
                  <a:pt x="409318" y="811348"/>
                  <a:pt x="330785" y="785690"/>
                </a:cubicBezTo>
                <a:cubicBezTo>
                  <a:pt x="289615" y="772230"/>
                  <a:pt x="249093" y="756653"/>
                  <a:pt x="210393" y="737113"/>
                </a:cubicBezTo>
                <a:cubicBezTo>
                  <a:pt x="178535" y="721038"/>
                  <a:pt x="146231" y="701923"/>
                  <a:pt x="121699" y="675630"/>
                </a:cubicBezTo>
                <a:cubicBezTo>
                  <a:pt x="110445" y="663579"/>
                  <a:pt x="100244" y="649147"/>
                  <a:pt x="97167" y="632619"/>
                </a:cubicBezTo>
                <a:cubicBezTo>
                  <a:pt x="93807" y="614645"/>
                  <a:pt x="97167" y="593850"/>
                  <a:pt x="102835" y="576702"/>
                </a:cubicBezTo>
                <a:cubicBezTo>
                  <a:pt x="107935" y="561335"/>
                  <a:pt x="115505" y="546839"/>
                  <a:pt x="124330" y="533314"/>
                </a:cubicBezTo>
                <a:cubicBezTo>
                  <a:pt x="137527" y="513130"/>
                  <a:pt x="153639" y="494934"/>
                  <a:pt x="171046" y="478284"/>
                </a:cubicBezTo>
                <a:cubicBezTo>
                  <a:pt x="214361" y="436787"/>
                  <a:pt x="265650" y="403746"/>
                  <a:pt x="318033" y="374931"/>
                </a:cubicBezTo>
                <a:cubicBezTo>
                  <a:pt x="389280" y="335737"/>
                  <a:pt x="464494" y="303915"/>
                  <a:pt x="541045" y="276639"/>
                </a:cubicBezTo>
                <a:cubicBezTo>
                  <a:pt x="625529" y="246525"/>
                  <a:pt x="712037" y="221880"/>
                  <a:pt x="799638" y="202631"/>
                </a:cubicBezTo>
                <a:cubicBezTo>
                  <a:pt x="840525" y="193644"/>
                  <a:pt x="881653" y="185851"/>
                  <a:pt x="922863" y="178342"/>
                </a:cubicBezTo>
                <a:cubicBezTo>
                  <a:pt x="992815" y="165595"/>
                  <a:pt x="1063131" y="155130"/>
                  <a:pt x="1133730" y="146589"/>
                </a:cubicBezTo>
                <a:cubicBezTo>
                  <a:pt x="1276346" y="129336"/>
                  <a:pt x="1419811" y="120405"/>
                  <a:pt x="1563439" y="120025"/>
                </a:cubicBezTo>
                <a:cubicBezTo>
                  <a:pt x="1683587" y="119709"/>
                  <a:pt x="1803897" y="125802"/>
                  <a:pt x="1923236" y="139634"/>
                </a:cubicBezTo>
                <a:cubicBezTo>
                  <a:pt x="1970073" y="145059"/>
                  <a:pt x="2016667" y="151904"/>
                  <a:pt x="2063140" y="159620"/>
                </a:cubicBezTo>
                <a:cubicBezTo>
                  <a:pt x="2097022" y="165093"/>
                  <a:pt x="2128922" y="142144"/>
                  <a:pt x="2134387" y="108261"/>
                </a:cubicBezTo>
                <a:cubicBezTo>
                  <a:pt x="2139851" y="74374"/>
                  <a:pt x="2116777" y="42382"/>
                  <a:pt x="2082894" y="36913"/>
                </a:cubicBezTo>
                <a:cubicBezTo>
                  <a:pt x="2034316" y="29290"/>
                  <a:pt x="1985658" y="22534"/>
                  <a:pt x="1936757" y="17304"/>
                </a:cubicBezTo>
                <a:cubicBezTo>
                  <a:pt x="1844864" y="7475"/>
                  <a:pt x="1752567" y="2059"/>
                  <a:pt x="1660108" y="4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 txBox="1">
            <a:spLocks noGrp="1"/>
          </p:cNvSpPr>
          <p:nvPr>
            <p:ph type="title" hasCustomPrompt="1"/>
          </p:nvPr>
        </p:nvSpPr>
        <p:spPr>
          <a:xfrm>
            <a:off x="1536750" y="1993750"/>
            <a:ext cx="9014700" cy="2553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05" name="Google Shape;205;p18"/>
          <p:cNvSpPr txBox="1">
            <a:spLocks noGrp="1"/>
          </p:cNvSpPr>
          <p:nvPr>
            <p:ph type="body" idx="1"/>
          </p:nvPr>
        </p:nvSpPr>
        <p:spPr>
          <a:xfrm>
            <a:off x="1536750" y="5077350"/>
            <a:ext cx="9014700" cy="46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6" name="Google Shape;206;p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57916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62475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 SlidesMania - Do not remove">
  <p:cSld name="Z SlidesMania - Do not remov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grpSp>
        <p:nvGrpSpPr>
          <p:cNvPr id="211" name="Google Shape;211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2" name="Google Shape;212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4" name="Google Shape;214;p20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15" name="Google Shape;215;p20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0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0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0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20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220" name="Google Shape;220;p20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3668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532618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0452197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282248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1090374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964300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467781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3412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260408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0908659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6920429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788731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81573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8901210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119202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251229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16568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705532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6485644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6282046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158982"/>
      </p:ext>
    </p:extLst>
  </p:cSld>
  <p:clrMapOvr>
    <a:masterClrMapping/>
  </p:clrMapOvr>
  <p:hf hd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8954862"/>
      </p:ext>
    </p:extLst>
  </p:cSld>
  <p:clrMapOvr>
    <a:masterClrMapping/>
  </p:clrMapOvr>
  <p:hf hd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6667042"/>
      </p:ext>
    </p:extLst>
  </p:cSld>
  <p:clrMapOvr>
    <a:masterClrMapping/>
  </p:clrMapOvr>
  <p:hf hd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8313744"/>
      </p:ext>
    </p:extLst>
  </p:cSld>
  <p:clrMapOvr>
    <a:masterClrMapping/>
  </p:clrMapOvr>
  <p:hf hd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9427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23415968"/>
      </p:ext>
    </p:extLst>
  </p:cSld>
  <p:clrMapOvr>
    <a:masterClrMapping/>
  </p:clrMapOvr>
  <p:hf hd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18993962"/>
      </p:ext>
    </p:extLst>
  </p:cSld>
  <p:clrMapOvr>
    <a:masterClrMapping/>
  </p:clrMapOvr>
  <p:hf hd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28951794"/>
      </p:ext>
    </p:extLst>
  </p:cSld>
  <p:clrMapOvr>
    <a:masterClrMapping/>
  </p:clrMapOvr>
  <p:hf hd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0414494"/>
      </p:ext>
    </p:extLst>
  </p:cSld>
  <p:clrMapOvr>
    <a:masterClrMapping/>
  </p:clrMapOvr>
  <p:hf hd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8690879"/>
      </p:ext>
    </p:extLst>
  </p:cSld>
  <p:clrMapOvr>
    <a:masterClrMapping/>
  </p:clrMapOvr>
  <p:hf hd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7129503"/>
      </p:ext>
    </p:extLst>
  </p:cSld>
  <p:clrMapOvr>
    <a:masterClrMapping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0057708"/>
      </p:ext>
    </p:extLst>
  </p:cSld>
  <p:clrMapOvr>
    <a:masterClrMapping/>
  </p:clrMapOvr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3835880"/>
      </p:ext>
    </p:extLst>
  </p:cSld>
  <p:clrMapOvr>
    <a:masterClrMapping/>
  </p:clrMapOvr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6382407"/>
      </p:ext>
    </p:extLst>
  </p:cSld>
  <p:clrMapOvr>
    <a:masterClrMapping/>
  </p:clrMapOvr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5378616"/>
      </p:ext>
    </p:extLst>
  </p:cSld>
  <p:clrMapOvr>
    <a:masterClrMapping/>
  </p:clrMapOvr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79970272"/>
      </p:ext>
    </p:extLst>
  </p:cSld>
  <p:clrMapOvr>
    <a:masterClrMapping/>
  </p:clrMapOvr>
  <p:hf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52939421"/>
      </p:ext>
    </p:extLst>
  </p:cSld>
  <p:clrMapOvr>
    <a:masterClrMapping/>
  </p:clrMapOvr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1370948"/>
      </p:ext>
    </p:extLst>
  </p:cSld>
  <p:clrMapOvr>
    <a:masterClrMapping/>
  </p:clrMapOvr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77849"/>
      </p:ext>
    </p:extLst>
  </p:cSld>
  <p:clrMapOvr>
    <a:masterClrMapping/>
  </p:clrMapOvr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2408584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50137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5004161"/>
      </p:ext>
    </p:extLst>
  </p:cSld>
  <p:clrMapOvr>
    <a:masterClrMapping/>
  </p:clrMapOvr>
  <p:hf hd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1830099"/>
      </p:ext>
    </p:extLst>
  </p:cSld>
  <p:clrMapOvr>
    <a:masterClrMapping/>
  </p:clrMapOvr>
  <p:hf hd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4915674"/>
      </p:ext>
    </p:extLst>
  </p:cSld>
  <p:clrMapOvr>
    <a:masterClrMapping/>
  </p:clrMapOvr>
  <p:hf hdr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586644"/>
      </p:ext>
    </p:extLst>
  </p:cSld>
  <p:clrMapOvr>
    <a:masterClrMapping/>
  </p:clrMapOvr>
  <p:hf hd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09508"/>
      </p:ext>
    </p:extLst>
  </p:cSld>
  <p:clrMapOvr>
    <a:masterClrMapping/>
  </p:clrMapOvr>
  <p:hf hd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6080177"/>
      </p:ext>
    </p:extLst>
  </p:cSld>
  <p:clrMapOvr>
    <a:masterClrMapping/>
  </p:clrMapOvr>
  <p:hf hdr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10845013"/>
      </p:ext>
    </p:extLst>
  </p:cSld>
  <p:clrMapOvr>
    <a:masterClrMapping/>
  </p:clrMapOvr>
  <p:hf hd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36720350"/>
      </p:ext>
    </p:extLst>
  </p:cSld>
  <p:clrMapOvr>
    <a:masterClrMapping/>
  </p:clrMapOvr>
  <p:hf hdr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38550858"/>
      </p:ext>
    </p:extLst>
  </p:cSld>
  <p:clrMapOvr>
    <a:masterClrMapping/>
  </p:clrMapOvr>
  <p:hf hdr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9304163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5.xml"/><Relationship Id="rId21" Type="http://schemas.openxmlformats.org/officeDocument/2006/relationships/image" Target="../media/image16.png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image" Target="../media/image14.png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37" y="-151"/>
            <a:ext cx="12192088" cy="6858384"/>
            <a:chOff x="-37" y="-151"/>
            <a:chExt cx="12192088" cy="6858384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-37" y="105"/>
              <a:ext cx="12191268" cy="5244373"/>
              <a:chOff x="422346" y="2168825"/>
              <a:chExt cx="11403300" cy="3298555"/>
            </a:xfrm>
          </p:grpSpPr>
          <p:cxnSp>
            <p:nvCxnSpPr>
              <p:cNvPr id="8" name="Google Shape;8;p1"/>
              <p:cNvCxnSpPr/>
              <p:nvPr/>
            </p:nvCxnSpPr>
            <p:spPr>
              <a:xfrm>
                <a:off x="422346" y="2168825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" name="Google Shape;9;p1"/>
              <p:cNvCxnSpPr/>
              <p:nvPr/>
            </p:nvCxnSpPr>
            <p:spPr>
              <a:xfrm>
                <a:off x="422346" y="2422560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" name="Google Shape;10;p1"/>
              <p:cNvCxnSpPr/>
              <p:nvPr/>
            </p:nvCxnSpPr>
            <p:spPr>
              <a:xfrm>
                <a:off x="422346" y="2676295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" name="Google Shape;11;p1"/>
              <p:cNvCxnSpPr/>
              <p:nvPr/>
            </p:nvCxnSpPr>
            <p:spPr>
              <a:xfrm>
                <a:off x="422346" y="2930030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12;p1"/>
              <p:cNvCxnSpPr/>
              <p:nvPr/>
            </p:nvCxnSpPr>
            <p:spPr>
              <a:xfrm>
                <a:off x="422346" y="3183765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13;p1"/>
              <p:cNvCxnSpPr/>
              <p:nvPr/>
            </p:nvCxnSpPr>
            <p:spPr>
              <a:xfrm>
                <a:off x="422346" y="3437500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14;p1"/>
              <p:cNvCxnSpPr/>
              <p:nvPr/>
            </p:nvCxnSpPr>
            <p:spPr>
              <a:xfrm>
                <a:off x="422346" y="3691235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15;p1"/>
              <p:cNvCxnSpPr/>
              <p:nvPr/>
            </p:nvCxnSpPr>
            <p:spPr>
              <a:xfrm>
                <a:off x="422346" y="3944970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16;p1"/>
              <p:cNvCxnSpPr/>
              <p:nvPr/>
            </p:nvCxnSpPr>
            <p:spPr>
              <a:xfrm>
                <a:off x="422346" y="4198705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17;p1"/>
              <p:cNvCxnSpPr/>
              <p:nvPr/>
            </p:nvCxnSpPr>
            <p:spPr>
              <a:xfrm>
                <a:off x="422346" y="4452440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18;p1"/>
              <p:cNvCxnSpPr/>
              <p:nvPr/>
            </p:nvCxnSpPr>
            <p:spPr>
              <a:xfrm>
                <a:off x="422346" y="4706175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19;p1"/>
              <p:cNvCxnSpPr/>
              <p:nvPr/>
            </p:nvCxnSpPr>
            <p:spPr>
              <a:xfrm>
                <a:off x="422346" y="4959910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20;p1"/>
              <p:cNvCxnSpPr/>
              <p:nvPr/>
            </p:nvCxnSpPr>
            <p:spPr>
              <a:xfrm>
                <a:off x="422346" y="5213645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21;p1"/>
              <p:cNvCxnSpPr/>
              <p:nvPr/>
            </p:nvCxnSpPr>
            <p:spPr>
              <a:xfrm>
                <a:off x="422346" y="5467380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22" name="Google Shape;22;p1"/>
            <p:cNvCxnSpPr/>
            <p:nvPr/>
          </p:nvCxnSpPr>
          <p:spPr>
            <a:xfrm rot="-5400000">
              <a:off x="-3429117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" name="Google Shape;23;p1"/>
            <p:cNvCxnSpPr/>
            <p:nvPr/>
          </p:nvCxnSpPr>
          <p:spPr>
            <a:xfrm rot="-5400000">
              <a:off x="-3022765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" name="Google Shape;24;p1"/>
            <p:cNvCxnSpPr/>
            <p:nvPr/>
          </p:nvCxnSpPr>
          <p:spPr>
            <a:xfrm rot="-5400000">
              <a:off x="-2616413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" name="Google Shape;25;p1"/>
            <p:cNvCxnSpPr/>
            <p:nvPr/>
          </p:nvCxnSpPr>
          <p:spPr>
            <a:xfrm rot="-5400000">
              <a:off x="-2210061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1"/>
            <p:cNvCxnSpPr/>
            <p:nvPr/>
          </p:nvCxnSpPr>
          <p:spPr>
            <a:xfrm rot="-5400000">
              <a:off x="-1803709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1"/>
            <p:cNvCxnSpPr/>
            <p:nvPr/>
          </p:nvCxnSpPr>
          <p:spPr>
            <a:xfrm rot="-5400000">
              <a:off x="-1397357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28;p1"/>
            <p:cNvCxnSpPr/>
            <p:nvPr/>
          </p:nvCxnSpPr>
          <p:spPr>
            <a:xfrm rot="-5400000">
              <a:off x="-991005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" name="Google Shape;29;p1"/>
            <p:cNvCxnSpPr/>
            <p:nvPr/>
          </p:nvCxnSpPr>
          <p:spPr>
            <a:xfrm rot="-5400000">
              <a:off x="-584653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" name="Google Shape;30;p1"/>
            <p:cNvCxnSpPr/>
            <p:nvPr/>
          </p:nvCxnSpPr>
          <p:spPr>
            <a:xfrm rot="-5400000">
              <a:off x="-178301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" name="Google Shape;31;p1"/>
            <p:cNvCxnSpPr/>
            <p:nvPr/>
          </p:nvCxnSpPr>
          <p:spPr>
            <a:xfrm rot="-5400000">
              <a:off x="228051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" name="Google Shape;32;p1"/>
            <p:cNvCxnSpPr/>
            <p:nvPr/>
          </p:nvCxnSpPr>
          <p:spPr>
            <a:xfrm rot="-5400000">
              <a:off x="634403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" name="Google Shape;33;p1"/>
            <p:cNvCxnSpPr/>
            <p:nvPr/>
          </p:nvCxnSpPr>
          <p:spPr>
            <a:xfrm rot="-5400000">
              <a:off x="1040755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" name="Google Shape;34;p1"/>
            <p:cNvCxnSpPr/>
            <p:nvPr/>
          </p:nvCxnSpPr>
          <p:spPr>
            <a:xfrm rot="-5400000">
              <a:off x="1447107" y="3429001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" name="Google Shape;35;p1"/>
            <p:cNvCxnSpPr/>
            <p:nvPr/>
          </p:nvCxnSpPr>
          <p:spPr>
            <a:xfrm rot="-5400000">
              <a:off x="1853459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1"/>
            <p:cNvCxnSpPr/>
            <p:nvPr/>
          </p:nvCxnSpPr>
          <p:spPr>
            <a:xfrm rot="-5400000">
              <a:off x="2259811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" name="Google Shape;37;p1"/>
            <p:cNvCxnSpPr/>
            <p:nvPr/>
          </p:nvCxnSpPr>
          <p:spPr>
            <a:xfrm rot="-5400000">
              <a:off x="2666162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38;p1"/>
            <p:cNvCxnSpPr/>
            <p:nvPr/>
          </p:nvCxnSpPr>
          <p:spPr>
            <a:xfrm rot="-5400000">
              <a:off x="3072514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39;p1"/>
            <p:cNvCxnSpPr/>
            <p:nvPr/>
          </p:nvCxnSpPr>
          <p:spPr>
            <a:xfrm rot="-5400000">
              <a:off x="3478866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40;p1"/>
            <p:cNvCxnSpPr/>
            <p:nvPr/>
          </p:nvCxnSpPr>
          <p:spPr>
            <a:xfrm rot="-5400000">
              <a:off x="3885218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" name="Google Shape;41;p1"/>
            <p:cNvCxnSpPr/>
            <p:nvPr/>
          </p:nvCxnSpPr>
          <p:spPr>
            <a:xfrm rot="-5400000">
              <a:off x="4291570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42;p1"/>
            <p:cNvCxnSpPr/>
            <p:nvPr/>
          </p:nvCxnSpPr>
          <p:spPr>
            <a:xfrm rot="-5400000">
              <a:off x="4697922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1"/>
            <p:cNvCxnSpPr/>
            <p:nvPr/>
          </p:nvCxnSpPr>
          <p:spPr>
            <a:xfrm rot="-5400000">
              <a:off x="5104274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1"/>
            <p:cNvCxnSpPr/>
            <p:nvPr/>
          </p:nvCxnSpPr>
          <p:spPr>
            <a:xfrm rot="-5400000">
              <a:off x="5510626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45;p1"/>
            <p:cNvCxnSpPr/>
            <p:nvPr/>
          </p:nvCxnSpPr>
          <p:spPr>
            <a:xfrm rot="-5400000">
              <a:off x="5916978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46;p1"/>
            <p:cNvCxnSpPr/>
            <p:nvPr/>
          </p:nvCxnSpPr>
          <p:spPr>
            <a:xfrm rot="-5400000">
              <a:off x="6323330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47;p1"/>
            <p:cNvCxnSpPr/>
            <p:nvPr/>
          </p:nvCxnSpPr>
          <p:spPr>
            <a:xfrm rot="-5400000">
              <a:off x="6729682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" name="Google Shape;48;p1"/>
            <p:cNvCxnSpPr/>
            <p:nvPr/>
          </p:nvCxnSpPr>
          <p:spPr>
            <a:xfrm rot="-5400000">
              <a:off x="7136034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" name="Google Shape;49;p1"/>
            <p:cNvCxnSpPr/>
            <p:nvPr/>
          </p:nvCxnSpPr>
          <p:spPr>
            <a:xfrm rot="-5400000">
              <a:off x="7542386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" name="Google Shape;50;p1"/>
            <p:cNvCxnSpPr/>
            <p:nvPr/>
          </p:nvCxnSpPr>
          <p:spPr>
            <a:xfrm rot="-5400000">
              <a:off x="7948738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" name="Google Shape;51;p1"/>
            <p:cNvCxnSpPr/>
            <p:nvPr/>
          </p:nvCxnSpPr>
          <p:spPr>
            <a:xfrm rot="-5400000">
              <a:off x="8355090" y="3428999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52" name="Google Shape;52;p1"/>
            <p:cNvGrpSpPr/>
            <p:nvPr/>
          </p:nvGrpSpPr>
          <p:grpSpPr>
            <a:xfrm>
              <a:off x="338" y="5647715"/>
              <a:ext cx="12191268" cy="806827"/>
              <a:chOff x="422346" y="4959910"/>
              <a:chExt cx="11403300" cy="507470"/>
            </a:xfrm>
          </p:grpSpPr>
          <p:cxnSp>
            <p:nvCxnSpPr>
              <p:cNvPr id="53" name="Google Shape;53;p1"/>
              <p:cNvCxnSpPr/>
              <p:nvPr/>
            </p:nvCxnSpPr>
            <p:spPr>
              <a:xfrm>
                <a:off x="422346" y="4959910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4;p1"/>
              <p:cNvCxnSpPr/>
              <p:nvPr/>
            </p:nvCxnSpPr>
            <p:spPr>
              <a:xfrm>
                <a:off x="422346" y="5213645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5;p1"/>
              <p:cNvCxnSpPr/>
              <p:nvPr/>
            </p:nvCxnSpPr>
            <p:spPr>
              <a:xfrm>
                <a:off x="422346" y="5467380"/>
                <a:ext cx="1140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56" name="Google Shape;56;p1"/>
            <p:cNvCxnSpPr/>
            <p:nvPr/>
          </p:nvCxnSpPr>
          <p:spPr>
            <a:xfrm>
              <a:off x="351" y="6858075"/>
              <a:ext cx="1219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7" name="Google Shape;57;p1"/>
            <p:cNvCxnSpPr/>
            <p:nvPr/>
          </p:nvCxnSpPr>
          <p:spPr>
            <a:xfrm rot="-5400000">
              <a:off x="8761442" y="3429084"/>
              <a:ext cx="6858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58" name="Google Shape;58;p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rot="10800000">
            <a:off x="336749" y="6229225"/>
            <a:ext cx="11003051" cy="3013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/>
          <p:nvPr/>
        </p:nvSpPr>
        <p:spPr>
          <a:xfrm>
            <a:off x="10071150" y="1143151"/>
            <a:ext cx="1397100" cy="649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10071150" y="1924184"/>
            <a:ext cx="1397100" cy="6498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10071150" y="2705218"/>
            <a:ext cx="1397100" cy="649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10071150" y="3486251"/>
            <a:ext cx="1397100" cy="649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10071150" y="4267285"/>
            <a:ext cx="1397100" cy="649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10071150" y="5048318"/>
            <a:ext cx="1397100" cy="6498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rot="5400000" flipH="1">
            <a:off x="7839500" y="3225150"/>
            <a:ext cx="6543725" cy="407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"/>
          <p:cNvGrpSpPr/>
          <p:nvPr/>
        </p:nvGrpSpPr>
        <p:grpSpPr>
          <a:xfrm>
            <a:off x="588167" y="1076728"/>
            <a:ext cx="540369" cy="4704630"/>
            <a:chOff x="1765250" y="1648150"/>
            <a:chExt cx="503700" cy="4385375"/>
          </a:xfrm>
        </p:grpSpPr>
        <p:sp>
          <p:nvSpPr>
            <p:cNvPr id="67" name="Google Shape;67;p1"/>
            <p:cNvSpPr/>
            <p:nvPr/>
          </p:nvSpPr>
          <p:spPr>
            <a:xfrm>
              <a:off x="1765250" y="1648150"/>
              <a:ext cx="503700" cy="275100"/>
            </a:xfrm>
            <a:prstGeom prst="arc">
              <a:avLst>
                <a:gd name="adj1" fmla="val 21541820"/>
                <a:gd name="adj2" fmla="val 12844000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1765250" y="2235332"/>
              <a:ext cx="503700" cy="275100"/>
            </a:xfrm>
            <a:prstGeom prst="arc">
              <a:avLst>
                <a:gd name="adj1" fmla="val 21541820"/>
                <a:gd name="adj2" fmla="val 12844000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1765250" y="5758425"/>
              <a:ext cx="503700" cy="275100"/>
            </a:xfrm>
            <a:prstGeom prst="arc">
              <a:avLst>
                <a:gd name="adj1" fmla="val 21541820"/>
                <a:gd name="adj2" fmla="val 12844000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1765250" y="3996879"/>
              <a:ext cx="503700" cy="275100"/>
            </a:xfrm>
            <a:prstGeom prst="arc">
              <a:avLst>
                <a:gd name="adj1" fmla="val 21541820"/>
                <a:gd name="adj2" fmla="val 12844000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1765250" y="2822514"/>
              <a:ext cx="503700" cy="275100"/>
            </a:xfrm>
            <a:prstGeom prst="arc">
              <a:avLst>
                <a:gd name="adj1" fmla="val 21541820"/>
                <a:gd name="adj2" fmla="val 12844000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1765250" y="5171243"/>
              <a:ext cx="503700" cy="275100"/>
            </a:xfrm>
            <a:prstGeom prst="arc">
              <a:avLst>
                <a:gd name="adj1" fmla="val 21541820"/>
                <a:gd name="adj2" fmla="val 12844000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1765250" y="4584061"/>
              <a:ext cx="503700" cy="275100"/>
            </a:xfrm>
            <a:prstGeom prst="arc">
              <a:avLst>
                <a:gd name="adj1" fmla="val 21541820"/>
                <a:gd name="adj2" fmla="val 12844000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1765250" y="3409696"/>
              <a:ext cx="503700" cy="275100"/>
            </a:xfrm>
            <a:prstGeom prst="arc">
              <a:avLst>
                <a:gd name="adj1" fmla="val 21541820"/>
                <a:gd name="adj2" fmla="val 12844000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75" name="Google Shape;75;p1"/>
          <p:cNvSpPr/>
          <p:nvPr/>
        </p:nvSpPr>
        <p:spPr>
          <a:xfrm>
            <a:off x="736499" y="668572"/>
            <a:ext cx="10141200" cy="5520900"/>
          </a:xfrm>
          <a:prstGeom prst="roundRect">
            <a:avLst>
              <a:gd name="adj" fmla="val 2847"/>
            </a:avLst>
          </a:prstGeom>
          <a:solidFill>
            <a:schemeClr val="lt2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76" name="Google Shape;76;p1"/>
          <p:cNvGrpSpPr/>
          <p:nvPr/>
        </p:nvGrpSpPr>
        <p:grpSpPr>
          <a:xfrm>
            <a:off x="1019399" y="1108203"/>
            <a:ext cx="231900" cy="4641244"/>
            <a:chOff x="931249" y="1108303"/>
            <a:chExt cx="231900" cy="4641244"/>
          </a:xfrm>
        </p:grpSpPr>
        <p:sp>
          <p:nvSpPr>
            <p:cNvPr id="77" name="Google Shape;77;p1"/>
            <p:cNvSpPr/>
            <p:nvPr/>
          </p:nvSpPr>
          <p:spPr>
            <a:xfrm>
              <a:off x="931249" y="1108303"/>
              <a:ext cx="231900" cy="231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931249" y="4257835"/>
              <a:ext cx="231900" cy="231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931249" y="2998022"/>
              <a:ext cx="231900" cy="231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931249" y="1738209"/>
              <a:ext cx="231900" cy="231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931249" y="5517647"/>
              <a:ext cx="231900" cy="231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931249" y="3627928"/>
              <a:ext cx="231900" cy="231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931249" y="2368116"/>
              <a:ext cx="231900" cy="231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931249" y="4887741"/>
              <a:ext cx="231900" cy="231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85" name="Google Shape;85;p1"/>
          <p:cNvGrpSpPr/>
          <p:nvPr/>
        </p:nvGrpSpPr>
        <p:grpSpPr>
          <a:xfrm>
            <a:off x="588096" y="1076664"/>
            <a:ext cx="540304" cy="4704536"/>
            <a:chOff x="499946" y="1076764"/>
            <a:chExt cx="540304" cy="4704536"/>
          </a:xfrm>
        </p:grpSpPr>
        <p:sp>
          <p:nvSpPr>
            <p:cNvPr id="86" name="Google Shape;86;p1"/>
            <p:cNvSpPr/>
            <p:nvPr/>
          </p:nvSpPr>
          <p:spPr>
            <a:xfrm>
              <a:off x="499946" y="1076764"/>
              <a:ext cx="540300" cy="295200"/>
            </a:xfrm>
            <a:prstGeom prst="arc">
              <a:avLst>
                <a:gd name="adj1" fmla="val 20656925"/>
                <a:gd name="adj2" fmla="val 9870948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57150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499946" y="4226295"/>
              <a:ext cx="540300" cy="295200"/>
            </a:xfrm>
            <a:prstGeom prst="arc">
              <a:avLst>
                <a:gd name="adj1" fmla="val 20760202"/>
                <a:gd name="adj2" fmla="val 9870948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57150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499946" y="2966483"/>
              <a:ext cx="540300" cy="295200"/>
            </a:xfrm>
            <a:prstGeom prst="arc">
              <a:avLst>
                <a:gd name="adj1" fmla="val 20733834"/>
                <a:gd name="adj2" fmla="val 9870948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57150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499946" y="1706670"/>
              <a:ext cx="540300" cy="295200"/>
            </a:xfrm>
            <a:prstGeom prst="arc">
              <a:avLst>
                <a:gd name="adj1" fmla="val 20657418"/>
                <a:gd name="adj2" fmla="val 9870948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57150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499950" y="5486100"/>
              <a:ext cx="540300" cy="295200"/>
            </a:xfrm>
            <a:prstGeom prst="arc">
              <a:avLst>
                <a:gd name="adj1" fmla="val 20823591"/>
                <a:gd name="adj2" fmla="val 9870948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57150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99946" y="3596389"/>
              <a:ext cx="540300" cy="295200"/>
            </a:xfrm>
            <a:prstGeom prst="arc">
              <a:avLst>
                <a:gd name="adj1" fmla="val 20862510"/>
                <a:gd name="adj2" fmla="val 9870948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57150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9946" y="2336577"/>
              <a:ext cx="540300" cy="295200"/>
            </a:xfrm>
            <a:prstGeom prst="arc">
              <a:avLst>
                <a:gd name="adj1" fmla="val 20732621"/>
                <a:gd name="adj2" fmla="val 9870948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57150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9946" y="4856202"/>
              <a:ext cx="540300" cy="295200"/>
            </a:xfrm>
            <a:prstGeom prst="arc">
              <a:avLst>
                <a:gd name="adj1" fmla="val 20682210"/>
                <a:gd name="adj2" fmla="val 9870948"/>
              </a:avLst>
            </a:prstGeom>
            <a:noFill/>
            <a:ln w="762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57150" dir="5400000" algn="bl" rotWithShape="0">
                <a:srgbClr val="000000">
                  <a:alpha val="23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94" name="Google Shape;94;p1"/>
          <p:cNvSpPr txBox="1">
            <a:spLocks noGrp="1"/>
          </p:cNvSpPr>
          <p:nvPr>
            <p:ph type="body" idx="1"/>
          </p:nvPr>
        </p:nvSpPr>
        <p:spPr>
          <a:xfrm>
            <a:off x="1493388" y="1955840"/>
            <a:ext cx="8818200" cy="3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ven Pro"/>
              <a:buChar char="●"/>
              <a:defRPr sz="1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ven Pro"/>
              <a:buChar char="○"/>
              <a:defRPr sz="1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ven Pro"/>
              <a:buChar char="■"/>
              <a:defRPr sz="1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ven Pro"/>
              <a:buChar char="●"/>
              <a:defRPr sz="1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ven Pro"/>
              <a:buChar char="○"/>
              <a:defRPr sz="1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ven Pro"/>
              <a:buChar char="■"/>
              <a:defRPr sz="1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ven Pro"/>
              <a:buChar char="●"/>
              <a:defRPr sz="1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ven Pro"/>
              <a:buChar char="○"/>
              <a:defRPr sz="1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ven Pro"/>
              <a:buChar char="■"/>
              <a:defRPr sz="1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  <p:graphicFrame>
        <p:nvGraphicFramePr>
          <p:cNvPr id="96" name="Google Shape;96;p1"/>
          <p:cNvGraphicFramePr/>
          <p:nvPr/>
        </p:nvGraphicFramePr>
        <p:xfrm>
          <a:off x="1456800" y="1155175"/>
          <a:ext cx="9043800" cy="46856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04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2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97" name="Google Shape;97;p1"/>
          <p:cNvSpPr/>
          <p:nvPr/>
        </p:nvSpPr>
        <p:spPr>
          <a:xfrm rot="5400000">
            <a:off x="-508383" y="6180330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>
            <a:spLocks noGrp="1"/>
          </p:cNvSpPr>
          <p:nvPr>
            <p:ph type="title"/>
          </p:nvPr>
        </p:nvSpPr>
        <p:spPr>
          <a:xfrm>
            <a:off x="1493388" y="1186338"/>
            <a:ext cx="88182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riracha"/>
              <a:buNone/>
              <a:defRPr sz="36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riracha"/>
              <a:buNone/>
              <a:defRPr sz="36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riracha"/>
              <a:buNone/>
              <a:defRPr sz="36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riracha"/>
              <a:buNone/>
              <a:defRPr sz="36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riracha"/>
              <a:buNone/>
              <a:defRPr sz="36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riracha"/>
              <a:buNone/>
              <a:defRPr sz="36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riracha"/>
              <a:buNone/>
              <a:defRPr sz="36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riracha"/>
              <a:buNone/>
              <a:defRPr sz="36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riracha"/>
              <a:buNone/>
              <a:defRPr sz="3600" b="1">
                <a:solidFill>
                  <a:schemeClr val="dk1"/>
                </a:solidFill>
                <a:latin typeface="Sriracha"/>
                <a:ea typeface="Sriracha"/>
                <a:cs typeface="Sriracha"/>
                <a:sym typeface="Srirach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05708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280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94" r:id="rId12"/>
    <p:sldLayoutId id="2147483995" r:id="rId13"/>
    <p:sldLayoutId id="2147483996" r:id="rId14"/>
    <p:sldLayoutId id="2147483997" r:id="rId15"/>
    <p:sldLayoutId id="2147483998" r:id="rId16"/>
    <p:sldLayoutId id="2147483999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991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  <p:sldLayoutId id="2147484002" r:id="rId2"/>
    <p:sldLayoutId id="2147484003" r:id="rId3"/>
    <p:sldLayoutId id="2147484004" r:id="rId4"/>
    <p:sldLayoutId id="2147484005" r:id="rId5"/>
    <p:sldLayoutId id="2147484006" r:id="rId6"/>
    <p:sldLayoutId id="2147484007" r:id="rId7"/>
    <p:sldLayoutId id="2147484008" r:id="rId8"/>
    <p:sldLayoutId id="2147484009" r:id="rId9"/>
    <p:sldLayoutId id="2147484010" r:id="rId10"/>
    <p:sldLayoutId id="2147484011" r:id="rId11"/>
    <p:sldLayoutId id="2147484012" r:id="rId12"/>
    <p:sldLayoutId id="2147484013" r:id="rId13"/>
    <p:sldLayoutId id="2147484014" r:id="rId14"/>
    <p:sldLayoutId id="2147484015" r:id="rId15"/>
    <p:sldLayoutId id="214748401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26DEB-7421-4F09-9B50-904934863E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58214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  <p:sldLayoutId id="2147484029" r:id="rId12"/>
    <p:sldLayoutId id="2147484030" r:id="rId13"/>
    <p:sldLayoutId id="2147484031" r:id="rId14"/>
    <p:sldLayoutId id="2147484032" r:id="rId15"/>
    <p:sldLayoutId id="2147484033" r:id="rId16"/>
    <p:sldLayoutId id="2147484034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93E696759D120CE5/T&#224;i%20li&#7879;u/VuHongHa-2025A0050.pdf" TargetMode="External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76C523-EC79-3FC9-1255-79AB3375C2B0}"/>
              </a:ext>
            </a:extLst>
          </p:cNvPr>
          <p:cNvSpPr/>
          <p:nvPr/>
        </p:nvSpPr>
        <p:spPr>
          <a:xfrm>
            <a:off x="3426541" y="1691884"/>
            <a:ext cx="5338918" cy="1924664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0814690"/>
              </a:avLst>
            </a:prstTxWarp>
            <a:spAutoFit/>
          </a:bodyPr>
          <a:lstStyle/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88900" dir="36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NGÂN HÀNG ĐỀ THI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1C3240-4589-F2F7-C70B-BF8830E46678}"/>
              </a:ext>
            </a:extLst>
          </p:cNvPr>
          <p:cNvSpPr/>
          <p:nvPr/>
        </p:nvSpPr>
        <p:spPr>
          <a:xfrm>
            <a:off x="4247534" y="2654216"/>
            <a:ext cx="36969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88900" dir="36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VẤN ĐÁP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EAB430-EB07-3EF5-9055-45512F50877A}"/>
              </a:ext>
            </a:extLst>
          </p:cNvPr>
          <p:cNvSpPr/>
          <p:nvPr/>
        </p:nvSpPr>
        <p:spPr>
          <a:xfrm>
            <a:off x="3313472" y="2665708"/>
            <a:ext cx="5451988" cy="153727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21587347"/>
              </a:avLst>
            </a:prstTxWarp>
            <a:spAutoFit/>
          </a:bodyPr>
          <a:lstStyle/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88900" dir="36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TIN HỌC ĐẠI CƯƠNG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2ABF75-FD52-A3EE-CBFF-C6BABC6436A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66325" y="6357881"/>
            <a:ext cx="1222658" cy="524700"/>
          </a:xfrm>
        </p:spPr>
        <p:txBody>
          <a:bodyPr>
            <a:noAutofit/>
          </a:bodyPr>
          <a:lstStyle/>
          <a:p>
            <a:r>
              <a:rPr lang="vi-VN" sz="1400" dirty="0"/>
              <a:t>07/11/2025</a:t>
            </a:r>
          </a:p>
        </p:txBody>
      </p:sp>
    </p:spTree>
    <p:extLst>
      <p:ext uri="{BB962C8B-B14F-4D97-AF65-F5344CB8AC3E}">
        <p14:creationId xmlns:p14="http://schemas.microsoft.com/office/powerpoint/2010/main" val="2587968678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8253B-CE2F-A10B-0B23-24D71DFB8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5987" y="6333300"/>
            <a:ext cx="1212826" cy="524700"/>
          </a:xfrm>
        </p:spPr>
        <p:txBody>
          <a:bodyPr>
            <a:noAutofit/>
          </a:bodyPr>
          <a:lstStyle/>
          <a:p>
            <a:r>
              <a:rPr lang="vi-VN" sz="1400" dirty="0"/>
              <a:t>07/11/2025</a:t>
            </a:r>
          </a:p>
        </p:txBody>
      </p:sp>
      <p:sp>
        <p:nvSpPr>
          <p:cNvPr id="7" name="TextBox 6">
            <a:hlinkClick r:id="rId2" action="ppaction://hlinksldjump"/>
            <a:extLst>
              <a:ext uri="{FF2B5EF4-FFF2-40B4-BE49-F238E27FC236}">
                <a16:creationId xmlns:a16="http://schemas.microsoft.com/office/drawing/2014/main" id="{1E4915EE-E403-CF9F-DA49-54B426BDF99A}"/>
              </a:ext>
            </a:extLst>
          </p:cNvPr>
          <p:cNvSpPr txBox="1"/>
          <p:nvPr/>
        </p:nvSpPr>
        <p:spPr>
          <a:xfrm>
            <a:off x="1248698" y="1282902"/>
            <a:ext cx="7413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ym typeface="Wingdings" panose="05000000000000000000" pitchFamily="2" charset="2"/>
              </a:rPr>
              <a:t>  Microsoft Powerpoint</a:t>
            </a:r>
            <a:endParaRPr lang="vi-V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BB7314-7581-A350-71BF-59CC22173EB9}"/>
              </a:ext>
            </a:extLst>
          </p:cNvPr>
          <p:cNvSpPr txBox="1"/>
          <p:nvPr/>
        </p:nvSpPr>
        <p:spPr>
          <a:xfrm>
            <a:off x="1494503" y="1853136"/>
            <a:ext cx="71677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ym typeface="Wingdings" panose="05000000000000000000" pitchFamily="2" charset="2"/>
              </a:rPr>
              <a:t>Microsoft  Excel</a:t>
            </a:r>
          </a:p>
          <a:p>
            <a:r>
              <a:rPr lang="vi-VN" sz="4000" dirty="0">
                <a:sym typeface="Wingdings" panose="05000000000000000000" pitchFamily="2" charset="2"/>
              </a:rPr>
              <a:t>Microsoft Word</a:t>
            </a:r>
            <a:endParaRPr lang="vi-VN" sz="4000" dirty="0"/>
          </a:p>
        </p:txBody>
      </p:sp>
    </p:spTree>
    <p:extLst>
      <p:ext uri="{BB962C8B-B14F-4D97-AF65-F5344CB8AC3E}">
        <p14:creationId xmlns:p14="http://schemas.microsoft.com/office/powerpoint/2010/main" val="33375245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55B960-2FD5-9B20-E2BE-C47DD85E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9007" y="6387785"/>
            <a:ext cx="1348548" cy="365125"/>
          </a:xfrm>
        </p:spPr>
        <p:txBody>
          <a:bodyPr/>
          <a:lstStyle/>
          <a:p>
            <a:r>
              <a:rPr lang="vi-VN" sz="1400" dirty="0">
                <a:solidFill>
                  <a:schemeClr val="tx1"/>
                </a:solidFill>
              </a:rPr>
              <a:t>07/11/2025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E5098B-6D47-94F9-7CB2-2040939B8798}"/>
              </a:ext>
            </a:extLst>
          </p:cNvPr>
          <p:cNvSpPr/>
          <p:nvPr/>
        </p:nvSpPr>
        <p:spPr>
          <a:xfrm>
            <a:off x="1691149" y="2967335"/>
            <a:ext cx="777692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https://d.docs.live.net/93E696759D120CE5/Tài%20liệu/VuHongHa-2025A0050.pdf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92557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732E44-3FC8-2DB9-EA8A-1524A9758A8B}"/>
              </a:ext>
            </a:extLst>
          </p:cNvPr>
          <p:cNvSpPr txBox="1"/>
          <p:nvPr/>
        </p:nvSpPr>
        <p:spPr>
          <a:xfrm>
            <a:off x="10766323" y="6400800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tx1"/>
                </a:solidFill>
              </a:rPr>
              <a:t>07/11/2025</a:t>
            </a:r>
          </a:p>
        </p:txBody>
      </p:sp>
    </p:spTree>
    <p:extLst>
      <p:ext uri="{BB962C8B-B14F-4D97-AF65-F5344CB8AC3E}">
        <p14:creationId xmlns:p14="http://schemas.microsoft.com/office/powerpoint/2010/main" val="18783022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jpeg"/></Relationships>
</file>

<file path=ppt/theme/theme1.xml><?xml version="1.0" encoding="utf-8"?>
<a:theme xmlns:a="http://schemas.openxmlformats.org/drawingml/2006/main" name="SlidesMania Template">
  <a:themeElements>
    <a:clrScheme name="Simple Light">
      <a:dk1>
        <a:srgbClr val="1A3B58"/>
      </a:dk1>
      <a:lt1>
        <a:srgbClr val="AF96DB"/>
      </a:lt1>
      <a:dk2>
        <a:srgbClr val="000000"/>
      </a:dk2>
      <a:lt2>
        <a:srgbClr val="FFFFFF"/>
      </a:lt2>
      <a:accent1>
        <a:srgbClr val="FFC8DD"/>
      </a:accent1>
      <a:accent2>
        <a:srgbClr val="BDE0FE"/>
      </a:accent2>
      <a:accent3>
        <a:srgbClr val="E8D2F8"/>
      </a:accent3>
      <a:accent4>
        <a:srgbClr val="FFC8DD"/>
      </a:accent4>
      <a:accent5>
        <a:srgbClr val="BDE0FE"/>
      </a:accent5>
      <a:accent6>
        <a:srgbClr val="E8D2F8"/>
      </a:accent6>
      <a:hlink>
        <a:srgbClr val="99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140</TotalTime>
  <Words>43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22" baseType="lpstr">
      <vt:lpstr>Aptos</vt:lpstr>
      <vt:lpstr>Arial</vt:lpstr>
      <vt:lpstr>Calibri</vt:lpstr>
      <vt:lpstr>Century Gothic</vt:lpstr>
      <vt:lpstr>Garamond</vt:lpstr>
      <vt:lpstr>Homemade Apple</vt:lpstr>
      <vt:lpstr>Maven Pro</vt:lpstr>
      <vt:lpstr>Poppins</vt:lpstr>
      <vt:lpstr>Poppins Light</vt:lpstr>
      <vt:lpstr>Sriracha</vt:lpstr>
      <vt:lpstr>Times New Roman</vt:lpstr>
      <vt:lpstr>Trebuchet MS</vt:lpstr>
      <vt:lpstr>Wingdings</vt:lpstr>
      <vt:lpstr>Wingdings 3</vt:lpstr>
      <vt:lpstr>SlidesMania Template</vt:lpstr>
      <vt:lpstr>Organic</vt:lpstr>
      <vt:lpstr>Facet</vt:lpstr>
      <vt:lpstr>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 Vũ Hồng</dc:creator>
  <cp:lastModifiedBy>Hà Vũ Hồng</cp:lastModifiedBy>
  <cp:revision>1</cp:revision>
  <dcterms:created xsi:type="dcterms:W3CDTF">2025-11-07T12:19:06Z</dcterms:created>
  <dcterms:modified xsi:type="dcterms:W3CDTF">2025-11-07T15:13:09Z</dcterms:modified>
</cp:coreProperties>
</file>