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35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3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07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2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3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7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703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0427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2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1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C18557B-F9CC-415F-AADA-F105AC8A19BA}" type="datetimeFigureOut">
              <a:rPr lang="en-US" smtClean="0"/>
              <a:t>23/12/2025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93E7CD0-7C88-44C5-A405-8618C7C74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1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95CE4E-13D8-DBAB-1BE7-CCA86CF19ED2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FA212-97EA-D2F7-D807-E93B5320E11C}"/>
              </a:ext>
            </a:extLst>
          </p:cNvPr>
          <p:cNvSpPr/>
          <p:nvPr/>
        </p:nvSpPr>
        <p:spPr>
          <a:xfrm>
            <a:off x="2663200" y="2136338"/>
            <a:ext cx="7050328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070C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NGÂN HÀNG ĐỀ THI</a:t>
            </a:r>
            <a:br>
              <a:rPr lang="en-US" sz="5400" b="0" cap="none" spc="0" dirty="0">
                <a:ln w="0"/>
                <a:solidFill>
                  <a:srgbClr val="0070C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0" cap="none" spc="0" dirty="0">
                <a:ln w="0"/>
                <a:solidFill>
                  <a:srgbClr val="0070C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VẤN ĐÁP</a:t>
            </a:r>
            <a:br>
              <a:rPr lang="en-US" sz="5400" b="0" cap="none" spc="0" dirty="0">
                <a:ln w="0"/>
                <a:solidFill>
                  <a:srgbClr val="0070C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0" cap="none" spc="0" dirty="0">
                <a:ln w="0"/>
                <a:solidFill>
                  <a:srgbClr val="0070C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 HỌC ĐẠI CƯƠNG</a:t>
            </a:r>
            <a:endParaRPr lang="en-US" sz="5400" b="0" cap="none" spc="0" dirty="0">
              <a:ln w="0"/>
              <a:solidFill>
                <a:srgbClr val="0070C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4689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5125D79-394B-09C3-A696-2032C1B7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973" y="3092264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6700" dirty="0">
                <a:sym typeface="Wingdings" panose="05000000000000000000" pitchFamily="2" charset="2"/>
              </a:rPr>
              <a:t> </a:t>
            </a: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" action="ppaction://hlinkshowjump?jump=firs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</a:t>
            </a:r>
            <a:r>
              <a:rPr lang="en-US" sz="67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" action="ppaction://hlinkshowjump?jump=firs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b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 Microsoft Excel </a:t>
            </a:r>
            <a:b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 Microsoft Word</a:t>
            </a:r>
            <a:br>
              <a:rPr lang="en-US" sz="1800" dirty="0">
                <a:sym typeface="Wingdings" panose="05000000000000000000" pitchFamily="2" charset="2"/>
              </a:rPr>
            </a:br>
            <a:br>
              <a:rPr lang="en-US" sz="1800" dirty="0">
                <a:sym typeface="Wingdings" panose="05000000000000000000" pitchFamily="2" charset="2"/>
              </a:rPr>
            </a:br>
            <a:r>
              <a:rPr lang="en-US" sz="1800" dirty="0">
                <a:sym typeface="Wingdings" panose="05000000000000000000" pitchFamily="2" charset="2"/>
              </a:rPr>
              <a:t>      </a:t>
            </a:r>
            <a:br>
              <a:rPr lang="en-US" sz="1800" dirty="0">
                <a:sym typeface="Wingdings" panose="05000000000000000000" pitchFamily="2" charset="2"/>
              </a:rPr>
            </a:br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A9C3EB-C24A-E7FB-739D-0AFC2EE74C2A}"/>
              </a:ext>
            </a:extLst>
          </p:cNvPr>
          <p:cNvSpPr txBox="1">
            <a:spLocks/>
          </p:cNvSpPr>
          <p:nvPr/>
        </p:nvSpPr>
        <p:spPr>
          <a:xfrm>
            <a:off x="641497" y="4550734"/>
            <a:ext cx="9144000" cy="1010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2272531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FA86-6184-595D-12C4-EDD27D65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9488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1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47</TotalTime>
  <Words>39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Century Gothic</vt:lpstr>
      <vt:lpstr>Garamond</vt:lpstr>
      <vt:lpstr>Times New Roman</vt:lpstr>
      <vt:lpstr>Wingdings</vt:lpstr>
      <vt:lpstr>Savon</vt:lpstr>
      <vt:lpstr>PowerPoint Presentation</vt:lpstr>
      <vt:lpstr> Microsoft Powerpoint      Microsoft Excel       Microsoft Word         </vt:lpstr>
      <vt:lpstr>Thứ 4, ngày 5 tháng 11 năm 2025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 Cà</dc:creator>
  <cp:lastModifiedBy>Thu Cà</cp:lastModifiedBy>
  <cp:revision>4</cp:revision>
  <dcterms:created xsi:type="dcterms:W3CDTF">2025-11-05T02:43:46Z</dcterms:created>
  <dcterms:modified xsi:type="dcterms:W3CDTF">2025-12-23T13:16:52Z</dcterms:modified>
</cp:coreProperties>
</file>