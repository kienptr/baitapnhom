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i" initials="h" lastIdx="1" clrIdx="0">
    <p:extLst>
      <p:ext uri="{19B8F6BF-5375-455C-9EA6-DF929625EA0E}">
        <p15:presenceInfo xmlns:p15="http://schemas.microsoft.com/office/powerpoint/2012/main" userId="hi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A6FC82-93E7-4AB2-88D4-D0E50673555A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4F7827-26D6-46A8-8E9F-A786E323B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597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F6F39-40CC-4202-AEE8-A521D0AEEB12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6D4F1-A66F-49E9-965A-FF495D2CC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421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F6F39-40CC-4202-AEE8-A521D0AEEB12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6D4F1-A66F-49E9-965A-FF495D2CC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734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F6F39-40CC-4202-AEE8-A521D0AEEB12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6D4F1-A66F-49E9-965A-FF495D2CC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028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F6F39-40CC-4202-AEE8-A521D0AEEB12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6D4F1-A66F-49E9-965A-FF495D2CC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270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F6F39-40CC-4202-AEE8-A521D0AEEB12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6D4F1-A66F-49E9-965A-FF495D2CC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42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F6F39-40CC-4202-AEE8-A521D0AEEB12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6D4F1-A66F-49E9-965A-FF495D2CC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38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F6F39-40CC-4202-AEE8-A521D0AEEB12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6D4F1-A66F-49E9-965A-FF495D2CC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723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F6F39-40CC-4202-AEE8-A521D0AEEB12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6D4F1-A66F-49E9-965A-FF495D2CC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509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F6F39-40CC-4202-AEE8-A521D0AEEB12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6D4F1-A66F-49E9-965A-FF495D2CC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728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F6F39-40CC-4202-AEE8-A521D0AEEB12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6D4F1-A66F-49E9-965A-FF495D2CC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10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F6F39-40CC-4202-AEE8-A521D0AEEB12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6D4F1-A66F-49E9-965A-FF495D2CC81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998435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F6F39-40CC-4202-AEE8-A521D0AEEB12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6D4F1-A66F-49E9-965A-FF495D2CC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08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F6F39-40CC-4202-AEE8-A521D0AEEB12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6D4F1-A66F-49E9-965A-FF495D2CC81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685778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F6F39-40CC-4202-AEE8-A521D0AEEB12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6D4F1-A66F-49E9-965A-FF495D2CC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711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F6F39-40CC-4202-AEE8-A521D0AEEB12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6D4F1-A66F-49E9-965A-FF495D2CC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6171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F6F39-40CC-4202-AEE8-A521D0AEEB12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6D4F1-A66F-49E9-965A-FF495D2CC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371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FF6F39-40CC-4202-AEE8-A521D0AEEB12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046D4F1-A66F-49E9-965A-FF495D2CC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279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F0C199C-DB66-48FB-90D4-DD6E9B834634}"/>
              </a:ext>
            </a:extLst>
          </p:cNvPr>
          <p:cNvSpPr/>
          <p:nvPr/>
        </p:nvSpPr>
        <p:spPr>
          <a:xfrm>
            <a:off x="2495470" y="2330174"/>
            <a:ext cx="652729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prstTxWarp prst="textArchUp">
              <a:avLst/>
            </a:prstTxWarp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</a:rPr>
              <a:t>NGÂN HÀNG ĐỀ THI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1FDDC7-3D36-4F0C-83AF-67A1F146DADA}"/>
              </a:ext>
            </a:extLst>
          </p:cNvPr>
          <p:cNvSpPr/>
          <p:nvPr/>
        </p:nvSpPr>
        <p:spPr>
          <a:xfrm>
            <a:off x="2495470" y="2862396"/>
            <a:ext cx="652729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</a:rPr>
              <a:t>VẤN ĐÁP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5F3F50-2694-4E4B-BD5D-6078150ED8FF}"/>
              </a:ext>
            </a:extLst>
          </p:cNvPr>
          <p:cNvSpPr/>
          <p:nvPr/>
        </p:nvSpPr>
        <p:spPr>
          <a:xfrm>
            <a:off x="2495470" y="1970346"/>
            <a:ext cx="6527292" cy="1885937"/>
          </a:xfrm>
          <a:prstGeom prst="rect">
            <a:avLst/>
          </a:prstGeom>
          <a:noFill/>
        </p:spPr>
        <p:txBody>
          <a:bodyPr wrap="square" lIns="91440" tIns="45720" rIns="91440" bIns="45720">
            <a:prstTxWarp prst="textArchDown">
              <a:avLst/>
            </a:prstTxWarp>
            <a:spAutoFit/>
          </a:bodyPr>
          <a:lstStyle/>
          <a:p>
            <a:pPr algn="ctr"/>
            <a:endParaRPr lang="en-US" sz="5400" dirty="0">
              <a:ln w="0"/>
              <a:solidFill>
                <a:schemeClr val="accent1"/>
              </a:solidFill>
              <a:effectLst>
                <a:outerShdw blurRad="60007" dist="200025" dir="15000000" sy="30000" kx="-1800000" algn="bl" rotWithShape="0">
                  <a:prstClr val="black">
                    <a:alpha val="32000"/>
                  </a:prstClr>
                </a:outerShdw>
              </a:effectLst>
            </a:endParaRPr>
          </a:p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</a:rPr>
              <a:t>TIN HỌC ĐẠI CƯƠNG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4D0669-7E83-494C-9D49-45FE13B6B7C7}"/>
              </a:ext>
            </a:extLst>
          </p:cNvPr>
          <p:cNvSpPr txBox="1"/>
          <p:nvPr/>
        </p:nvSpPr>
        <p:spPr>
          <a:xfrm>
            <a:off x="1017871" y="981267"/>
            <a:ext cx="60976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Slide 1: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E7E0F7-F6FB-4C22-ABC1-C19578CCF25C}"/>
              </a:ext>
            </a:extLst>
          </p:cNvPr>
          <p:cNvSpPr txBox="1"/>
          <p:nvPr/>
        </p:nvSpPr>
        <p:spPr>
          <a:xfrm>
            <a:off x="3643963" y="325935"/>
            <a:ext cx="60976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PHẦN POWERPOINT</a:t>
            </a:r>
          </a:p>
        </p:txBody>
      </p:sp>
    </p:spTree>
    <p:extLst>
      <p:ext uri="{BB962C8B-B14F-4D97-AF65-F5344CB8AC3E}">
        <p14:creationId xmlns:p14="http://schemas.microsoft.com/office/powerpoint/2010/main" val="16729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0CF6692-11C0-4494-8A2D-230DE00305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52826" y="1195004"/>
            <a:ext cx="7070070" cy="4031514"/>
          </a:xfrm>
        </p:spPr>
        <p:txBody>
          <a:bodyPr>
            <a:normAutofit/>
          </a:bodyPr>
          <a:lstStyle/>
          <a:p>
            <a:pPr marL="685800" indent="-685800" algn="l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Microsoft </a:t>
            </a:r>
            <a:r>
              <a:rPr lang="en-US" sz="4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Powerpoint</a:t>
            </a:r>
            <a:br>
              <a:rPr lang="en-US" sz="4800" dirty="0"/>
            </a:br>
            <a:br>
              <a:rPr lang="en-US" sz="4800" dirty="0"/>
            </a:br>
            <a:br>
              <a:rPr lang="en-US" dirty="0"/>
            </a:b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6A9077-0A69-4746-8641-AA9942698078}"/>
              </a:ext>
            </a:extLst>
          </p:cNvPr>
          <p:cNvSpPr txBox="1"/>
          <p:nvPr/>
        </p:nvSpPr>
        <p:spPr>
          <a:xfrm>
            <a:off x="2752826" y="2667783"/>
            <a:ext cx="626845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685800">
              <a:buFont typeface="Wingdings" panose="05000000000000000000" pitchFamily="2" charset="2"/>
              <a:buChar char="Ø"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Excel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62768B-D3CC-4389-98A7-C1DA09EF032E}"/>
              </a:ext>
            </a:extLst>
          </p:cNvPr>
          <p:cNvSpPr txBox="1"/>
          <p:nvPr/>
        </p:nvSpPr>
        <p:spPr>
          <a:xfrm>
            <a:off x="2752826" y="3371633"/>
            <a:ext cx="60976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685800">
              <a:buFont typeface="Wingdings" panose="05000000000000000000" pitchFamily="2" charset="2"/>
              <a:buChar char="Ø"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Word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3368A7-D2F3-4CBF-8E26-374A0C74C423}"/>
              </a:ext>
            </a:extLst>
          </p:cNvPr>
          <p:cNvSpPr txBox="1"/>
          <p:nvPr/>
        </p:nvSpPr>
        <p:spPr>
          <a:xfrm>
            <a:off x="1191125" y="994949"/>
            <a:ext cx="60976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Slide 2:</a:t>
            </a:r>
          </a:p>
        </p:txBody>
      </p:sp>
    </p:spTree>
    <p:extLst>
      <p:ext uri="{BB962C8B-B14F-4D97-AF65-F5344CB8AC3E}">
        <p14:creationId xmlns:p14="http://schemas.microsoft.com/office/powerpoint/2010/main" val="296006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4D8A034-D280-488A-8341-23F253B5C86E}"/>
              </a:ext>
            </a:extLst>
          </p:cNvPr>
          <p:cNvSpPr txBox="1"/>
          <p:nvPr/>
        </p:nvSpPr>
        <p:spPr>
          <a:xfrm>
            <a:off x="1037121" y="635971"/>
            <a:ext cx="60976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Slide 3: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79CBAB-020D-4ACD-BED1-2BE17D52FE44}"/>
              </a:ext>
            </a:extLst>
          </p:cNvPr>
          <p:cNvSpPr txBox="1"/>
          <p:nvPr/>
        </p:nvSpPr>
        <p:spPr>
          <a:xfrm>
            <a:off x="1605012" y="1242364"/>
            <a:ext cx="60976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9/11/2025</a:t>
            </a:r>
          </a:p>
        </p:txBody>
      </p:sp>
    </p:spTree>
    <p:extLst>
      <p:ext uri="{BB962C8B-B14F-4D97-AF65-F5344CB8AC3E}">
        <p14:creationId xmlns:p14="http://schemas.microsoft.com/office/powerpoint/2010/main" val="2312191658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708</TotalTime>
  <Words>31</Words>
  <Application>Microsoft Office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Calibri</vt:lpstr>
      <vt:lpstr>Times New Roman</vt:lpstr>
      <vt:lpstr>Trebuchet MS</vt:lpstr>
      <vt:lpstr>Wingdings</vt:lpstr>
      <vt:lpstr>Wingdings 3</vt:lpstr>
      <vt:lpstr>Facet</vt:lpstr>
      <vt:lpstr>PowerPoint Presentation</vt:lpstr>
      <vt:lpstr>Microsoft Powerpoint 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</dc:creator>
  <cp:lastModifiedBy>hi</cp:lastModifiedBy>
  <cp:revision>12</cp:revision>
  <dcterms:created xsi:type="dcterms:W3CDTF">2025-11-07T08:05:20Z</dcterms:created>
  <dcterms:modified xsi:type="dcterms:W3CDTF">2025-11-09T16:33:53Z</dcterms:modified>
</cp:coreProperties>
</file>