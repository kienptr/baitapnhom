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  <p:sldMasterId id="2147483821" r:id="rId2"/>
    <p:sldMasterId id="2147483839" r:id="rId3"/>
  </p:sldMasterIdLst>
  <p:notesMasterIdLst>
    <p:notesMasterId r:id="rId7"/>
  </p:notesMasterIdLst>
  <p:handoutMasterIdLst>
    <p:handoutMasterId r:id="rId8"/>
  </p:handout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1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3D638-73BC-4898-AF45-45BDAE198FA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9F7FC-D9D7-48CD-915E-40D322FF2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5336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FA746-6B2A-4B33-B950-7F9FEAF7DD3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650F4-3FBC-4937-85D4-62B97C05D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4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60780-3CE1-43EB-939F-EBEB8FDD472E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45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579F-D3F3-4511-86DC-E4F69027F551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22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7C9B1-FF6A-48D9-BEA5-620FFCF9F51D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3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5F50-A437-4B61-B769-EF696058C5A0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11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CDDF-1956-4F4A-AB25-2DAE38B170F5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97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0CDE-905D-4279-8DCC-E1B837C3F133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29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EABA-9ACE-4F6E-A3E7-85F6E89545A3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69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DA55-40FB-4BF3-84FD-047838946196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77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84BF7-A6CF-4651-9662-E933AA84392B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6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208533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8405419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46811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90543953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35906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D250-D7B8-4FF1-A109-5BFAD9417088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728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F292-333E-4217-851A-6952BF6CEB2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20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60780-3CE1-43EB-939F-EBEB8FDD472E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470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579F-D3F3-4511-86DC-E4F69027F551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882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7C9B1-FF6A-48D9-BEA5-620FFCF9F51D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9738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5F50-A437-4B61-B769-EF696058C5A0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723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CDDF-1956-4F4A-AB25-2DAE38B170F5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976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0CDE-905D-4279-8DCC-E1B837C3F133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269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EABA-9ACE-4F6E-A3E7-85F6E89545A3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492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DA55-40FB-4BF3-84FD-047838946196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373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84BF7-A6CF-4651-9662-E933AA84392B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556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1994"/>
      </p:ext>
    </p:extLst>
  </p:cSld>
  <p:clrMapOvr>
    <a:masterClrMapping/>
  </p:clrMapOvr>
  <p:hf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30886"/>
      </p:ext>
    </p:extLst>
  </p:cSld>
  <p:clrMapOvr>
    <a:masterClrMapping/>
  </p:clrMapOvr>
  <p:hf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9921726"/>
      </p:ext>
    </p:extLst>
  </p:cSld>
  <p:clrMapOvr>
    <a:masterClrMapping/>
  </p:clrMapOvr>
  <p:hf hdr="0" ft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62861"/>
      </p:ext>
    </p:extLst>
  </p:cSld>
  <p:clrMapOvr>
    <a:masterClrMapping/>
  </p:clrMapOvr>
  <p:hf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29257"/>
      </p:ext>
    </p:extLst>
  </p:cSld>
  <p:clrMapOvr>
    <a:masterClrMapping/>
  </p:clrMapOvr>
  <p:hf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24379"/>
      </p:ext>
    </p:extLst>
  </p:cSld>
  <p:clrMapOvr>
    <a:masterClrMapping/>
  </p:clrMapOvr>
  <p:hf hdr="0" ft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D250-D7B8-4FF1-A109-5BFAD9417088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744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F292-333E-4217-851A-6952BF6CEB2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0249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60780-3CE1-43EB-939F-EBEB8FDD472E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040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579F-D3F3-4511-86DC-E4F69027F551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966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7C9B1-FF6A-48D9-BEA5-620FFCF9F51D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402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5F50-A437-4B61-B769-EF696058C5A0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364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CDDF-1956-4F4A-AB25-2DAE38B170F5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181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0CDE-905D-4279-8DCC-E1B837C3F133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368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EABA-9ACE-4F6E-A3E7-85F6E89545A3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578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DA55-40FB-4BF3-84FD-047838946196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196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84BF7-A6CF-4651-9662-E933AA84392B}" type="datetime1">
              <a:rPr lang="en-US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716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77131"/>
      </p:ext>
    </p:extLst>
  </p:cSld>
  <p:clrMapOvr>
    <a:masterClrMapping/>
  </p:clrMapOvr>
  <p:hf hdr="0" ft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8698208"/>
      </p:ext>
    </p:extLst>
  </p:cSld>
  <p:clrMapOvr>
    <a:masterClrMapping/>
  </p:clrMapOvr>
  <p:hf hdr="0" ft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82469"/>
      </p:ext>
    </p:extLst>
  </p:cSld>
  <p:clrMapOvr>
    <a:masterClrMapping/>
  </p:clrMapOvr>
  <p:hf hdr="0" ftr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2716242"/>
      </p:ext>
    </p:extLst>
  </p:cSld>
  <p:clrMapOvr>
    <a:masterClrMapping/>
  </p:clrMapOvr>
  <p:hf hdr="0" ft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71997"/>
      </p:ext>
    </p:extLst>
  </p:cSld>
  <p:clrMapOvr>
    <a:masterClrMapping/>
  </p:clrMapOvr>
  <p:hf hdr="0" ft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D250-D7B8-4FF1-A109-5BFAD9417088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645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F292-333E-4217-851A-6952BF6CEB2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21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56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681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  <p:sldLayoutId id="2147483838" r:id="rId17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4A9F0-1994-4A17-8932-501291690DE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B0CDB71-8B97-420E-A6DF-E399308EB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8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  <p:sldLayoutId id="2147483852" r:id="rId13"/>
    <p:sldLayoutId id="2147483853" r:id="rId14"/>
    <p:sldLayoutId id="2147483854" r:id="rId15"/>
    <p:sldLayoutId id="2147483855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2220663" cy="215664"/>
          </a:xfrm>
        </p:spPr>
        <p:txBody>
          <a:bodyPr/>
          <a:lstStyle/>
          <a:p>
            <a:fld id="{A31B2FCA-2A28-450C-BD52-CD3981349B7E}" type="datetime1">
              <a:rPr lang="en-US" sz="2400" smtClean="0"/>
              <a:t>11/11/2025</a:t>
            </a:fld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882861" y="1118500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90784" y="-40257"/>
            <a:ext cx="7444936" cy="258532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5400" dirty="0" smtClean="0">
              <a:ln w="0"/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pPr algn="ctr"/>
            <a:endParaRPr lang="en-US" sz="5400" dirty="0" smtClean="0">
              <a:ln w="0"/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  <a:p>
            <a:pPr algn="ctr"/>
            <a:endParaRPr lang="en-US" sz="5400" dirty="0">
              <a:ln w="0"/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82505" y="638355"/>
            <a:ext cx="5938875" cy="267285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r>
              <a:rPr lang="en-US" sz="4000" dirty="0" smtClean="0">
                <a:ln w="0"/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NGÂN HÀNG ĐỀ THI</a:t>
            </a:r>
          </a:p>
          <a:p>
            <a:pPr algn="ctr"/>
            <a:r>
              <a:rPr lang="en-US" sz="4000" b="0" cap="none" spc="0" dirty="0" smtClean="0">
                <a:ln w="0"/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VẤN ĐÁP</a:t>
            </a:r>
            <a:br>
              <a:rPr lang="en-US" sz="4000" b="0" cap="none" spc="0" dirty="0" smtClean="0">
                <a:ln w="0"/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</a:br>
            <a:r>
              <a:rPr lang="en-US" sz="4000" b="0" cap="none" spc="0" dirty="0" smtClean="0">
                <a:ln w="0"/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TIN HỌC ĐẠI CƯƠNG</a:t>
            </a:r>
            <a:endParaRPr lang="en-US" sz="4000" b="0" cap="none" spc="0" dirty="0">
              <a:ln w="0"/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68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9212" y="398649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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2" action="ppaction://hlinksldjump"/>
              </a:rPr>
              <a:t>Microsoft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2" action="ppaction://hlinksldjump"/>
              </a:rPr>
              <a:t>Powerpoint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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Microsoft Excel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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Microsoft Word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1944618" cy="158155"/>
          </a:xfrm>
        </p:spPr>
        <p:txBody>
          <a:bodyPr/>
          <a:lstStyle/>
          <a:p>
            <a:fld id="{4253A3F5-A397-4D85-9CC3-EC7BA873CDD8}" type="datetime1">
              <a:rPr lang="en-US" sz="2400" smtClean="0"/>
              <a:t>11/11/2025</a:t>
            </a:fld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4992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583" y="609600"/>
            <a:ext cx="8596668" cy="1320800"/>
          </a:xfrm>
        </p:spPr>
        <p:txBody>
          <a:bodyPr/>
          <a:lstStyle/>
          <a:p>
            <a:r>
              <a:rPr lang="vi-VN" smtClean="0"/>
              <a:t>10</a:t>
            </a:r>
            <a:r>
              <a:rPr lang="en-US" smtClean="0"/>
              <a:t>/11/2025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1944618" cy="365126"/>
          </a:xfrm>
        </p:spPr>
        <p:txBody>
          <a:bodyPr/>
          <a:lstStyle/>
          <a:p>
            <a:fld id="{10A35D23-23A0-4BF7-8549-FCD136042485}" type="datetime1">
              <a:rPr lang="en-US" sz="2400" smtClean="0"/>
              <a:t>11/11/2025</a:t>
            </a:fld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B71-8B97-420E-A6DF-E399308EB6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892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119</TotalTime>
  <Words>30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Arial</vt:lpstr>
      <vt:lpstr>Baskerville Old Face</vt:lpstr>
      <vt:lpstr>Calibri</vt:lpstr>
      <vt:lpstr>Century Gothic</vt:lpstr>
      <vt:lpstr>Tahoma</vt:lpstr>
      <vt:lpstr>Times New Roman</vt:lpstr>
      <vt:lpstr>Trebuchet MS</vt:lpstr>
      <vt:lpstr>Wingdings</vt:lpstr>
      <vt:lpstr>Wingdings 3</vt:lpstr>
      <vt:lpstr>1_Facet</vt:lpstr>
      <vt:lpstr>Ion</vt:lpstr>
      <vt:lpstr>Facet</vt:lpstr>
      <vt:lpstr>PowerPoint Presentation</vt:lpstr>
      <vt:lpstr>Microsoft Powerpoint  Microsoft Excel  Microsoft Word</vt:lpstr>
      <vt:lpstr>10/11/2025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16</cp:revision>
  <dcterms:created xsi:type="dcterms:W3CDTF">2025-11-05T02:04:10Z</dcterms:created>
  <dcterms:modified xsi:type="dcterms:W3CDTF">2025-11-11T08:50:00Z</dcterms:modified>
</cp:coreProperties>
</file>