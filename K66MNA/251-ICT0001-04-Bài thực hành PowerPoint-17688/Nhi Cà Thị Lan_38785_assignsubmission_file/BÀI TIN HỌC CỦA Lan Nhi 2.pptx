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1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EDD1E-ABD7-4E03-8CB5-195B2434AAA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483861-AD1A-4E59-9369-F186AECC3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14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83861-AD1A-4E59-9369-F186AECC37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70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4136-F566-49D4-9604-CD146FD065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7CE-8D7A-4BC7-A2D1-1E389916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645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4136-F566-49D4-9604-CD146FD065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7CE-8D7A-4BC7-A2D1-1E389916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47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4136-F566-49D4-9604-CD146FD065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7CE-8D7A-4BC7-A2D1-1E389916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992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4136-F566-49D4-9604-CD146FD065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7CE-8D7A-4BC7-A2D1-1E389916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38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4136-F566-49D4-9604-CD146FD065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7CE-8D7A-4BC7-A2D1-1E389916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098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4136-F566-49D4-9604-CD146FD065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7CE-8D7A-4BC7-A2D1-1E389916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088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4136-F566-49D4-9604-CD146FD065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7CE-8D7A-4BC7-A2D1-1E389916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8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4136-F566-49D4-9604-CD146FD065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7CE-8D7A-4BC7-A2D1-1E389916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23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7CE-8D7A-4BC7-A2D1-1E389916B2D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4136-F566-49D4-9604-CD146FD06547}" type="datetimeFigureOut">
              <a:rPr lang="en-US" smtClean="0"/>
              <a:t>11/10/2025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95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4136-F566-49D4-9604-CD146FD065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7CE-8D7A-4BC7-A2D1-1E389916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94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4136-F566-49D4-9604-CD146FD065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7CE-8D7A-4BC7-A2D1-1E389916B2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9549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4136-F566-49D4-9604-CD146FD065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7CE-8D7A-4BC7-A2D1-1E389916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244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4136-F566-49D4-9604-CD146FD065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7CE-8D7A-4BC7-A2D1-1E389916B2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0404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4136-F566-49D4-9604-CD146FD065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7CE-8D7A-4BC7-A2D1-1E389916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3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4136-F566-49D4-9604-CD146FD065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7CE-8D7A-4BC7-A2D1-1E389916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06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4136-F566-49D4-9604-CD146FD065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417CE-8D7A-4BC7-A2D1-1E389916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4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E4136-F566-49D4-9604-CD146FD0654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BB417CE-8D7A-4BC7-A2D1-1E389916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255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36F96-5383-3D88-1830-0E2075849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365759"/>
            <a:ext cx="11329416" cy="5797297"/>
          </a:xfrm>
        </p:spPr>
        <p:txBody>
          <a:bodyPr anchor="t"/>
          <a:lstStyle/>
          <a:p>
            <a:pPr algn="l">
              <a:lnSpc>
                <a:spcPct val="100000"/>
              </a:lnSpc>
            </a:pPr>
            <a:r>
              <a:rPr lang="vi-VN" sz="1800" b="1" dirty="0">
                <a:solidFill>
                  <a:srgbClr val="000000"/>
                </a:solidFill>
                <a:effectLst/>
                <a:latin typeface="TimesNewRomanPS-BoldMT"/>
              </a:rPr>
              <a:t>                                                     </a:t>
            </a:r>
            <a:r>
              <a:rPr lang="en-US" sz="4400" b="1" dirty="0">
                <a:solidFill>
                  <a:srgbClr val="000000"/>
                </a:solidFill>
                <a:effectLst/>
                <a:latin typeface="TimesNewRomanPS-BoldMT"/>
              </a:rPr>
              <a:t>PHẦN POWERPOINT</a:t>
            </a:r>
            <a:br>
              <a:rPr lang="vi-VN" sz="1800" b="1" dirty="0">
                <a:solidFill>
                  <a:srgbClr val="000000"/>
                </a:solidFill>
                <a:effectLst/>
                <a:latin typeface="TimesNewRomanPS-BoldMT"/>
              </a:rPr>
            </a:br>
            <a:r>
              <a:rPr lang="en-US" sz="4000" b="1" i="1" u="sng" dirty="0">
                <a:solidFill>
                  <a:srgbClr val="000000"/>
                </a:solidFill>
                <a:effectLst/>
                <a:latin typeface="TimesNewRomanPS-BoldItalicMT"/>
              </a:rPr>
              <a:t>Slide 1:</a:t>
            </a:r>
            <a:br>
              <a:rPr lang="vi-VN" sz="4000" b="1" i="1" u="sng" dirty="0">
                <a:solidFill>
                  <a:srgbClr val="000000"/>
                </a:solidFill>
                <a:effectLst/>
                <a:latin typeface="TimesNewRomanPS-BoldItalicMT"/>
              </a:rPr>
            </a:br>
            <a:br>
              <a:rPr lang="vi-VN" sz="1800" b="1" i="1" u="sng" dirty="0">
                <a:solidFill>
                  <a:srgbClr val="000000"/>
                </a:solidFill>
                <a:effectLst/>
                <a:latin typeface="TimesNewRomanPS-BoldItalicMT"/>
              </a:rPr>
            </a:br>
            <a:endParaRPr lang="en-US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88E156-C047-8986-0E1D-7DB43314BB17}"/>
              </a:ext>
            </a:extLst>
          </p:cNvPr>
          <p:cNvSpPr txBox="1"/>
          <p:nvPr/>
        </p:nvSpPr>
        <p:spPr>
          <a:xfrm>
            <a:off x="5637276" y="2843784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ECD09C-0AEC-9685-F6F1-5DB5247C8B6F}"/>
              </a:ext>
            </a:extLst>
          </p:cNvPr>
          <p:cNvSpPr txBox="1"/>
          <p:nvPr/>
        </p:nvSpPr>
        <p:spPr>
          <a:xfrm>
            <a:off x="5637276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B909AD-7576-0DCA-6631-E43539ABC488}"/>
              </a:ext>
            </a:extLst>
          </p:cNvPr>
          <p:cNvSpPr txBox="1"/>
          <p:nvPr/>
        </p:nvSpPr>
        <p:spPr>
          <a:xfrm>
            <a:off x="5637276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8C83EC-1D0A-75DD-D579-7AC7B0D2B561}"/>
              </a:ext>
            </a:extLst>
          </p:cNvPr>
          <p:cNvSpPr txBox="1"/>
          <p:nvPr/>
        </p:nvSpPr>
        <p:spPr>
          <a:xfrm>
            <a:off x="5637276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6DE9CA-CE61-BCA5-AD47-CAB9D4521F31}"/>
              </a:ext>
            </a:extLst>
          </p:cNvPr>
          <p:cNvSpPr txBox="1"/>
          <p:nvPr/>
        </p:nvSpPr>
        <p:spPr>
          <a:xfrm>
            <a:off x="5637276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88B16F-7744-EC36-A6AF-3A6C199DD05E}"/>
              </a:ext>
            </a:extLst>
          </p:cNvPr>
          <p:cNvSpPr/>
          <p:nvPr/>
        </p:nvSpPr>
        <p:spPr>
          <a:xfrm>
            <a:off x="2682084" y="2336800"/>
            <a:ext cx="6827831" cy="266192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r>
              <a:rPr lang="vi-VN" sz="540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76200" dist="177800" dir="2400000" algn="l" rotWithShape="0">
                    <a:schemeClr val="bg2">
                      <a:lumMod val="25000"/>
                      <a:alpha val="75000"/>
                    </a:schemeClr>
                  </a:outerShdw>
                  <a:reflection endPos="0" dir="5400000" sy="-100000" algn="bl" rotWithShape="0"/>
                </a:effectLst>
                <a:latin typeface="TimesNewRomanPS-BoldMT"/>
              </a:rPr>
              <a:t>NGÂN HÀNG ĐỀ THI</a:t>
            </a:r>
          </a:p>
          <a:p>
            <a:pPr algn="ctr"/>
            <a:r>
              <a:rPr lang="vi-VN" sz="5400" b="0" cap="none" spc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76200" dist="177800" dir="2400000" algn="l" rotWithShape="0">
                    <a:schemeClr val="bg2">
                      <a:lumMod val="25000"/>
                      <a:alpha val="75000"/>
                    </a:schemeClr>
                  </a:outerShdw>
                  <a:reflection endPos="0" dir="5400000" sy="-100000" algn="bl" rotWithShape="0"/>
                </a:effectLst>
                <a:latin typeface="TimesNewRomanPS-BoldMT"/>
              </a:rPr>
              <a:t>VẤN ĐÁP</a:t>
            </a:r>
          </a:p>
          <a:p>
            <a:pPr algn="ctr"/>
            <a:r>
              <a:rPr lang="vi-VN" sz="540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76200" dist="177800" dir="2400000" algn="l" rotWithShape="0">
                    <a:schemeClr val="bg2">
                      <a:lumMod val="25000"/>
                      <a:alpha val="75000"/>
                    </a:schemeClr>
                  </a:outerShdw>
                  <a:reflection endPos="0" dir="5400000" sy="-100000" algn="bl" rotWithShape="0"/>
                </a:effectLst>
                <a:latin typeface="TimesNewRomanPS-BoldMT"/>
              </a:rPr>
              <a:t>TIN HỌC ĐẠI CƯƠNG</a:t>
            </a:r>
            <a:endParaRPr lang="en-US" sz="5400" b="0" cap="none" spc="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76200" dist="177800" dir="2400000" algn="l" rotWithShape="0">
                  <a:schemeClr val="bg2">
                    <a:lumMod val="25000"/>
                    <a:alpha val="75000"/>
                  </a:schemeClr>
                </a:outerShdw>
                <a:reflection endPos="0" dir="5400000" sy="-100000" algn="bl" rotWithShape="0"/>
              </a:effectLst>
              <a:latin typeface="TimesNewRomanPS-BoldMT"/>
            </a:endParaRPr>
          </a:p>
        </p:txBody>
      </p:sp>
    </p:spTree>
    <p:extLst>
      <p:ext uri="{BB962C8B-B14F-4D97-AF65-F5344CB8AC3E}">
        <p14:creationId xmlns:p14="http://schemas.microsoft.com/office/powerpoint/2010/main" val="4168590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36F96-5383-3D88-1830-0E2075849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1408" y="1590734"/>
            <a:ext cx="7405874" cy="2520012"/>
          </a:xfrm>
          <a:solidFill>
            <a:schemeClr val="bg2"/>
          </a:solidFill>
        </p:spPr>
        <p:txBody>
          <a:bodyPr anchor="ctr">
            <a:normAutofit fontScale="90000"/>
          </a:bodyPr>
          <a:lstStyle/>
          <a:p>
            <a:pPr marL="4320000" algn="ctr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</a:pPr>
            <a:r>
              <a:rPr lang="vi-VN" sz="3300" b="1" i="1" u="sng" dirty="0">
                <a:solidFill>
                  <a:schemeClr val="tx2"/>
                </a:solidFill>
              </a:rPr>
              <a:t>Slide 2:</a:t>
            </a:r>
            <a:br>
              <a:rPr lang="vi-VN" sz="3300" i="1" u="sng" dirty="0">
                <a:solidFill>
                  <a:schemeClr val="tx2"/>
                </a:solidFill>
              </a:rPr>
            </a:br>
            <a:br>
              <a:rPr lang="vi-VN" sz="3300" i="1" u="sng" dirty="0">
                <a:solidFill>
                  <a:schemeClr val="tx2"/>
                </a:solidFill>
              </a:rPr>
            </a:br>
            <a:r>
              <a:rPr lang="it-IT" sz="3300" dirty="0">
                <a:solidFill>
                  <a:schemeClr val="tx2"/>
                </a:solidFill>
                <a:effectLst/>
                <a:latin typeface="Wingdings" panose="05000000000000000000" pitchFamily="2" charset="2"/>
              </a:rPr>
              <a:t>È </a:t>
            </a:r>
            <a:r>
              <a:rPr lang="it-IT" sz="33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hlinkClick r:id="rId2" action="ppaction://hlinksldjump"/>
              </a:rPr>
              <a:t>Microsoft Powerpoint </a:t>
            </a:r>
            <a:br>
              <a:rPr lang="it-IT" sz="3300" dirty="0">
                <a:solidFill>
                  <a:schemeClr val="tx2"/>
                </a:solidFill>
              </a:rPr>
            </a:br>
            <a:r>
              <a:rPr lang="it-IT" sz="3300" dirty="0">
                <a:solidFill>
                  <a:schemeClr val="tx2"/>
                </a:solidFill>
                <a:effectLst/>
                <a:latin typeface="Wingdings" panose="05000000000000000000" pitchFamily="2" charset="2"/>
              </a:rPr>
              <a:t>È </a:t>
            </a:r>
            <a:r>
              <a:rPr lang="it-IT" sz="3300" dirty="0">
                <a:solidFill>
                  <a:schemeClr val="tx2"/>
                </a:solidFill>
                <a:effectLst/>
                <a:latin typeface="Times New Roman" panose="02020603050405020304" pitchFamily="18" charset="0"/>
              </a:rPr>
              <a:t>Microsoft Excel </a:t>
            </a:r>
            <a:br>
              <a:rPr lang="it-IT" sz="3300" dirty="0">
                <a:solidFill>
                  <a:schemeClr val="tx2"/>
                </a:solidFill>
              </a:rPr>
            </a:br>
            <a:r>
              <a:rPr lang="it-IT" sz="3300" dirty="0">
                <a:solidFill>
                  <a:schemeClr val="tx2"/>
                </a:solidFill>
                <a:effectLst/>
                <a:latin typeface="Wingdings" panose="05000000000000000000" pitchFamily="2" charset="2"/>
              </a:rPr>
              <a:t>È </a:t>
            </a:r>
            <a:r>
              <a:rPr lang="it-IT" sz="3300" dirty="0">
                <a:solidFill>
                  <a:schemeClr val="tx2"/>
                </a:solidFill>
                <a:effectLst/>
                <a:latin typeface="Times New Roman" panose="02020603050405020304" pitchFamily="18" charset="0"/>
              </a:rPr>
              <a:t>Microsoft Word</a:t>
            </a:r>
            <a:endParaRPr lang="en-US" sz="3300" i="1" u="sng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77613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36F96-5383-3D88-1830-0E2075849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3337898"/>
          </a:xfrm>
        </p:spPr>
        <p:txBody>
          <a:bodyPr anchor="t"/>
          <a:lstStyle/>
          <a:p>
            <a:pPr algn="l"/>
            <a:r>
              <a:rPr lang="en-US" sz="5400" b="1" i="1" u="sng" dirty="0">
                <a:solidFill>
                  <a:srgbClr val="000000"/>
                </a:solidFill>
                <a:effectLst/>
                <a:latin typeface="TimesNewRomanPS-BoldItalicMT"/>
              </a:rPr>
              <a:t>Slide </a:t>
            </a:r>
            <a:r>
              <a:rPr lang="vi-VN" sz="5400" b="1" i="1" u="sng" dirty="0">
                <a:solidFill>
                  <a:srgbClr val="000000"/>
                </a:solidFill>
                <a:effectLst/>
                <a:latin typeface="TimesNewRomanPS-BoldItalicMT"/>
              </a:rPr>
              <a:t>3</a:t>
            </a:r>
            <a:r>
              <a:rPr lang="en-US" sz="5400" b="1" i="1" u="sng" dirty="0">
                <a:solidFill>
                  <a:srgbClr val="000000"/>
                </a:solidFill>
                <a:effectLst/>
                <a:latin typeface="TimesNewRomanPS-BoldItalicMT"/>
              </a:rPr>
              <a:t>:</a:t>
            </a:r>
            <a:br>
              <a:rPr lang="vi-VN" sz="5400" b="1" i="1" u="sng" dirty="0">
                <a:solidFill>
                  <a:srgbClr val="000000"/>
                </a:solidFill>
                <a:effectLst/>
                <a:latin typeface="TimesNewRomanPS-BoldItalicMT"/>
              </a:rPr>
            </a:br>
            <a:fld id="{17E57475-CE14-444E-ABBD-25DF64AE6811}" type="datetime1">
              <a:rPr lang="vi-VN" b="1" i="1" smtClean="0">
                <a:solidFill>
                  <a:srgbClr val="000000"/>
                </a:solidFill>
                <a:latin typeface="TimesNewRomanPS-BoldItalicMT"/>
              </a:rPr>
              <a:pPr algn="l"/>
              <a:t>10/11/2025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28566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106</TotalTime>
  <Words>41</Words>
  <Application>Microsoft Office PowerPoint</Application>
  <PresentationFormat>Widescreen</PresentationFormat>
  <Paragraphs>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Aptos</vt:lpstr>
      <vt:lpstr>Arial</vt:lpstr>
      <vt:lpstr>Times New Roman</vt:lpstr>
      <vt:lpstr>TimesNewRomanPS-BoldItalicMT</vt:lpstr>
      <vt:lpstr>TimesNewRomanPS-BoldMT</vt:lpstr>
      <vt:lpstr>Trebuchet MS</vt:lpstr>
      <vt:lpstr>Wingdings</vt:lpstr>
      <vt:lpstr>Wingdings 3</vt:lpstr>
      <vt:lpstr>Facet</vt:lpstr>
      <vt:lpstr>                                                     PHẦN POWERPOINT Slide 1:  </vt:lpstr>
      <vt:lpstr>Slide 2:  È Microsoft Powerpoint  È Microsoft Excel  È Microsoft Word</vt:lpstr>
      <vt:lpstr>Slide 3: 10/11/2025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                                      PHẦN POWERPOINT Slide 1:  </dc:title>
  <dc:creator>ADMIN</dc:creator>
  <cp:lastModifiedBy>khanhhuyen9297355@outlook.com.vn</cp:lastModifiedBy>
  <cp:revision>5</cp:revision>
  <dcterms:created xsi:type="dcterms:W3CDTF">2025-11-05T02:21:07Z</dcterms:created>
  <dcterms:modified xsi:type="dcterms:W3CDTF">2025-11-10T10:51:51Z</dcterms:modified>
</cp:coreProperties>
</file>