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1BFB8-B3AA-4F04-9546-F86E106C3EF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4AC3E-8A13-4552-9C49-AD9A44C4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2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D9DE4-A281-4983-9959-97961A883D8F}" type="datetime1">
              <a:rPr lang="vi-VN" smtClean="0"/>
              <a:t>06/11/2025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8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3DB5-E2CA-45D9-B2EA-6D938FC553BE}" type="datetime1">
              <a:rPr lang="vi-VN" smtClean="0"/>
              <a:t>06/11/2025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9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17DDC-34BB-4C61-AD6D-B7A9078CD11B}" type="datetime1">
              <a:rPr lang="vi-VN" smtClean="0"/>
              <a:t>06/11/2025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6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B76CA-48C6-49DB-B0A6-A7B79E8BE6F3}" type="datetime1">
              <a:rPr lang="vi-VN" smtClean="0"/>
              <a:t>06/11/2025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3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67B5-CA02-478A-B83A-F1551289E06D}" type="datetime1">
              <a:rPr lang="vi-VN" smtClean="0"/>
              <a:t>06/11/2025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7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60AC-DD28-4639-930F-9946BEA8F56D}" type="datetime1">
              <a:rPr lang="vi-VN" smtClean="0"/>
              <a:t>06/11/2025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3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2E364-C6FF-43C5-9CE2-3C7EF44CDC64}" type="datetime1">
              <a:rPr lang="vi-VN" smtClean="0"/>
              <a:t>06/11/2025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AB505-1419-400B-832F-01EE7D247008}" type="datetime1">
              <a:rPr lang="vi-VN" smtClean="0"/>
              <a:t>06/11/2025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9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734A-7905-4179-BCFF-5FA3F6D24043}" type="datetime1">
              <a:rPr lang="vi-VN" smtClean="0"/>
              <a:t>06/11/2025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AFB1-E004-47DC-A99A-1719E883A5A6}" type="datetime1">
              <a:rPr lang="vi-VN" smtClean="0"/>
              <a:t>06/11/2025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CD96E-6837-4854-B619-F7F60B638B61}" type="datetime1">
              <a:rPr lang="vi-VN" smtClean="0"/>
              <a:t>06/11/2025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AAB65-4EDE-4580-A11A-EF4230ABE702}" type="datetime1">
              <a:rPr lang="vi-VN" smtClean="0"/>
              <a:t>06/11/2025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D05FE-1633-4566-A780-7298A60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9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2452" y="1979045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vi-VN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NGÂN HÀNG ĐỀ THI </a:t>
            </a:r>
          </a:p>
          <a:p>
            <a:pPr algn="ctr"/>
            <a:r>
              <a:rPr lang="vi-VN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VẤN ĐÁP </a:t>
            </a:r>
          </a:p>
          <a:p>
            <a:pPr algn="ctr"/>
            <a:r>
              <a:rPr lang="vi-VN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TIN HỌC ĐẠI CƯƠNG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5ED98-E831-43E0-92F9-0CFC8F374777}" type="datetime1">
              <a:rPr lang="vi-VN" smtClean="0"/>
              <a:t>06/11/2025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32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292" y="1899517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È"/>
            </a:pPr>
            <a:r>
              <a:rPr lang="vi-VN" dirty="0" smtClean="0">
                <a:latin typeface="Cambria" panose="02040503050406030204" pitchFamily="18" charset="0"/>
                <a:ea typeface="Cambria" panose="02040503050406030204" pitchFamily="18" charset="0"/>
              </a:rPr>
              <a:t> Microsoft PowerPoint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dirty="0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 </a:t>
            </a:r>
            <a:r>
              <a:rPr lang="vi-VN" dirty="0" smtClean="0">
                <a:latin typeface="Cambria" panose="02040503050406030204" pitchFamily="18" charset="0"/>
                <a:ea typeface="Cambria" panose="02040503050406030204" pitchFamily="18" charset="0"/>
              </a:rPr>
              <a:t>Microsoft Excel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dirty="0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 </a:t>
            </a:r>
            <a:r>
              <a:rPr lang="vi-VN" dirty="0" smtClean="0">
                <a:latin typeface="Cambria" panose="02040503050406030204" pitchFamily="18" charset="0"/>
                <a:ea typeface="Cambria" panose="02040503050406030204" pitchFamily="18" charset="0"/>
              </a:rPr>
              <a:t>Microsoft Word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19EC-35F9-493C-A9CC-875AB61F1BBB}" type="datetime1">
              <a:rPr lang="vi-VN" smtClean="0"/>
              <a:t>06/11/2025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0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</a:t>
            </a:r>
            <a:r>
              <a:rPr lang="vi-VN" dirty="0" smtClean="0">
                <a:sym typeface="Wingdings" panose="05000000000000000000" pitchFamily="2" charset="2"/>
              </a:rPr>
              <a:t> </a:t>
            </a:r>
            <a:r>
              <a:rPr lang="vi-VN" dirty="0" smtClean="0">
                <a:sym typeface="Wingdings" panose="05000000000000000000" pitchFamily="2" charset="2"/>
                <a:hlinkClick r:id="rId2" action="ppaction://hlinksldjump"/>
              </a:rPr>
              <a:t>Microsoft PowerPoint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A8C25-7C23-445C-A1D0-6DE601CFFA29}" type="datetime1">
              <a:rPr lang="vi-VN" smtClean="0"/>
              <a:t>06/11/2025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078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2E364-C6FF-43C5-9CE2-3C7EF44CDC64}" type="datetime1">
              <a:rPr lang="vi-VN" smtClean="0"/>
              <a:t>06/11/2025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6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26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2025-11-06T13:16:47Z</dcterms:created>
  <dcterms:modified xsi:type="dcterms:W3CDTF">2025-11-06T14:04:24Z</dcterms:modified>
</cp:coreProperties>
</file>