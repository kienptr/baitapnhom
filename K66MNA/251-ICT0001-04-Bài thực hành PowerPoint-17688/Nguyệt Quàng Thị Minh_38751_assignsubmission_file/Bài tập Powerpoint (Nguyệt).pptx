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759585"/>
            <a:ext cx="12192000" cy="2465070"/>
          </a:xfrm>
        </p:spPr>
        <p:txBody>
          <a:bodyPr>
            <a:prstTxWarp prst="textButton">
              <a:avLst/>
            </a:prstTxWarp>
            <a:normAutofit/>
          </a:bodyPr>
          <a:p>
            <a:r>
              <a:rPr lang="vi-VN" altLang="en-US" sz="3600">
                <a:solidFill>
                  <a:schemeClr val="accent1">
                    <a:lumMod val="75000"/>
                  </a:schemeClr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NGÂN HÀNG ĐỀ THI </a:t>
            </a:r>
            <a:br>
              <a:rPr lang="vi-VN" altLang="en-US" sz="3600">
                <a:solidFill>
                  <a:schemeClr val="accent1">
                    <a:lumMod val="75000"/>
                  </a:schemeClr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</a:br>
            <a:r>
              <a:rPr lang="vi-VN" altLang="en-US" sz="3600">
                <a:solidFill>
                  <a:schemeClr val="accent1">
                    <a:lumMod val="75000"/>
                  </a:schemeClr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VẤN ĐÁP</a:t>
            </a:r>
            <a:br>
              <a:rPr lang="vi-VN" altLang="en-US" sz="3600">
                <a:solidFill>
                  <a:schemeClr val="accent1">
                    <a:lumMod val="75000"/>
                  </a:schemeClr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</a:br>
            <a:r>
              <a:rPr lang="vi-VN" altLang="en-US" sz="3600">
                <a:solidFill>
                  <a:schemeClr val="accent1">
                    <a:lumMod val="75000"/>
                  </a:schemeClr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TIN HỌC ĐẠI CƯƠNG</a:t>
            </a:r>
            <a:endParaRPr lang="vi-VN" altLang="en-US" sz="3600">
              <a:solidFill>
                <a:schemeClr val="accent1">
                  <a:lumMod val="75000"/>
                </a:schemeClr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46265" y="6273165"/>
            <a:ext cx="5245735" cy="584200"/>
          </a:xfrm>
        </p:spPr>
        <p:txBody>
          <a:bodyPr/>
          <a:p>
            <a:r>
              <a:rPr lang="vi-VN" altLang="en-US"/>
              <a:t>             </a:t>
            </a:r>
            <a:r>
              <a:rPr lang="vi-VN" altLang="en-US" sz="3200"/>
              <a:t> Ngày 11/11/2025</a:t>
            </a:r>
            <a:endParaRPr lang="vi-V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53865"/>
          </a:xfrm>
        </p:spPr>
        <p:txBody>
          <a:bodyPr/>
          <a:p>
            <a:r>
              <a:rPr lang="en-US"/>
              <a:t> </a:t>
            </a:r>
            <a:r>
              <a:rPr lang="vi-VN" altLang="en-US"/>
              <a:t>   </a:t>
            </a:r>
            <a:r>
              <a:rPr lang="vi-VN" altLang="en-US" sz="3200">
                <a:sym typeface="Wingdings" panose="05000000000000000000" charset="0"/>
              </a:rPr>
              <a:t></a:t>
            </a:r>
            <a:r>
              <a:rPr lang="en-US" sz="3200"/>
              <a:t>Microsoft Powerpoint</a:t>
            </a:r>
            <a:br>
              <a:rPr lang="en-US" sz="3200"/>
            </a:br>
            <a:r>
              <a:rPr lang="en-US" sz="3200"/>
              <a:t>     </a:t>
            </a:r>
            <a:r>
              <a:rPr lang="vi-VN" altLang="en-US" sz="3200"/>
              <a:t>      </a:t>
            </a:r>
            <a:r>
              <a:rPr lang="vi-VN" altLang="en-US" sz="3200">
                <a:sym typeface="Wingdings" panose="05000000000000000000" charset="0"/>
              </a:rPr>
              <a:t></a:t>
            </a:r>
            <a:r>
              <a:rPr lang="en-US" sz="3200"/>
              <a:t>Microsoft Excel</a:t>
            </a:r>
            <a:br>
              <a:rPr lang="en-US" sz="3200"/>
            </a:br>
            <a:r>
              <a:rPr lang="en-US" sz="3200"/>
              <a:t>     </a:t>
            </a:r>
            <a:r>
              <a:rPr lang="vi-VN" altLang="en-US" sz="3200"/>
              <a:t>  </a:t>
            </a:r>
            <a:r>
              <a:rPr lang="vi-VN" altLang="en-US" sz="3200">
                <a:sym typeface="Wingdings" panose="05000000000000000000" charset="0"/>
              </a:rPr>
              <a:t></a:t>
            </a:r>
            <a:r>
              <a:rPr lang="en-US" sz="3200"/>
              <a:t>Microsoft Word</a:t>
            </a:r>
            <a:endParaRPr lang="en-US" sz="3200"/>
          </a:p>
        </p:txBody>
      </p:sp>
      <p:sp>
        <p:nvSpPr>
          <p:cNvPr id="5" name="Content Placeholder 4"/>
          <p:cNvSpPr/>
          <p:nvPr>
            <p:ph idx="1"/>
          </p:nvPr>
        </p:nvSpPr>
        <p:spPr>
          <a:xfrm>
            <a:off x="6371590" y="6268085"/>
            <a:ext cx="5820410" cy="589280"/>
          </a:xfrm>
        </p:spPr>
        <p:txBody>
          <a:bodyPr/>
          <a:p>
            <a:pPr marL="0" indent="0">
              <a:buNone/>
            </a:pPr>
            <a:r>
              <a:rPr lang="vi-VN" altLang="en-US"/>
              <a:t>                            Ngày 11/11/</a:t>
            </a:r>
            <a:r>
              <a:rPr lang="vi-VN" altLang="en-US"/>
              <a:t>2025</a:t>
            </a:r>
            <a:endParaRPr lang="vi-V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688330"/>
          </a:xfrm>
        </p:spPr>
        <p:txBody>
          <a:bodyPr/>
          <a:p>
            <a:r>
              <a:rPr lang="vi-VN" altLang="en-US" sz="3200">
                <a:sym typeface="Wingdings" panose="05000000000000000000" charset="0"/>
              </a:rPr>
              <a:t>     </a:t>
            </a:r>
            <a:r>
              <a:rPr lang="en-US" sz="3200">
                <a:sym typeface="Wingdings" panose="05000000000000000000" charset="0"/>
              </a:rPr>
              <a:t></a:t>
            </a:r>
            <a:r>
              <a:rPr lang="vi-VN" altLang="en-US" sz="3200">
                <a:sym typeface="Wingdings" panose="05000000000000000000" charset="0"/>
                <a:hlinkClick r:id="rId2" tooltip="" action="ppaction://hlinksldjump"/>
              </a:rPr>
              <a:t>Microsoft Powerpoint</a:t>
            </a:r>
            <a:br>
              <a:rPr lang="vi-VN" altLang="en-US" sz="3200">
                <a:sym typeface="Wingdings" panose="05000000000000000000" charset="0"/>
                <a:hlinkClick r:id="rId2" tooltip="" action="ppaction://hlinksldjump"/>
              </a:rPr>
            </a:br>
            <a:r>
              <a:rPr lang="vi-VN" altLang="en-US" sz="3200">
                <a:sym typeface="Wingdings" panose="05000000000000000000" charset="0"/>
              </a:rPr>
              <a:t>     Microsoft Excel</a:t>
            </a:r>
            <a:br>
              <a:rPr lang="vi-VN" altLang="en-US" sz="3200">
                <a:sym typeface="Wingdings" panose="05000000000000000000" charset="0"/>
              </a:rPr>
            </a:br>
            <a:r>
              <a:rPr lang="vi-VN" altLang="en-US" sz="3200">
                <a:sym typeface="Wingdings" panose="05000000000000000000" charset="0"/>
              </a:rPr>
              <a:t>     Microsoft </a:t>
            </a:r>
            <a:r>
              <a:rPr lang="vi-VN" altLang="en-US" sz="3200">
                <a:sym typeface="Wingdings" panose="05000000000000000000" charset="0"/>
              </a:rPr>
              <a:t>Word</a:t>
            </a:r>
            <a:endParaRPr lang="vi-VN" altLang="en-US" sz="3200">
              <a:sym typeface="Wingdings" panose="05000000000000000000" charset="0"/>
            </a:endParaRPr>
          </a:p>
        </p:txBody>
      </p:sp>
      <p:sp>
        <p:nvSpPr>
          <p:cNvPr id="8" name="Content Placeholder 7"/>
          <p:cNvSpPr/>
          <p:nvPr>
            <p:ph idx="1"/>
          </p:nvPr>
        </p:nvSpPr>
        <p:spPr>
          <a:xfrm>
            <a:off x="6538595" y="6299200"/>
            <a:ext cx="5653405" cy="558165"/>
          </a:xfrm>
        </p:spPr>
        <p:txBody>
          <a:bodyPr/>
          <a:p>
            <a:pPr marL="0" indent="0">
              <a:buNone/>
            </a:pPr>
            <a:r>
              <a:rPr lang="vi-VN" altLang="en-US"/>
              <a:t>                         Ngày 11/11/</a:t>
            </a:r>
            <a:r>
              <a:rPr lang="vi-VN" altLang="en-US"/>
              <a:t>2025</a:t>
            </a:r>
            <a:endParaRPr lang="vi-V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WPS Presentation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Times New Roman</vt:lpstr>
      <vt:lpstr>Microsoft YaHei</vt:lpstr>
      <vt:lpstr>Arial Unicode MS</vt:lpstr>
      <vt:lpstr>Calibri Light</vt:lpstr>
      <vt:lpstr>Calibri</vt:lpstr>
      <vt:lpstr>Office Theme</vt:lpstr>
      <vt:lpstr>NGÂN HÀNG ĐỀ THI  VẤN ĐÁP TIN HỌC ĐẠI CƯƠNG</vt:lpstr>
      <vt:lpstr>    Microsoft Powerpoint            Microsoft Excel        Microsoft Word</vt:lpstr>
      <vt:lpstr>     Microsoft Powerpoint      Microsoft Excel      Microsoft Word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NGÂN HÀNG ĐỀ THI  VẤN ĐÁP TIN HỌC ĐẠI CƯƠNG</dc:title>
  <dc:creator>LO CHUONG</dc:creator>
  <cp:lastModifiedBy>Quỳnn Changg</cp:lastModifiedBy>
  <cp:revision>2</cp:revision>
  <dcterms:created xsi:type="dcterms:W3CDTF">2025-11-12T10:01:00Z</dcterms:created>
  <dcterms:modified xsi:type="dcterms:W3CDTF">2025-11-12T10:04:26Z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558DA2EC028E4714A29DB29C4885E1D2_13</vt:lpwstr>
  </property>
  <property fmtid="{D5CDD505-2E9C-101B-9397-08002B2CF9AE}" pid="3" name="KSOProductBuildVer">
    <vt:lpwstr>1033-12.2.0.23155</vt:lpwstr>
  </property>
</Properties>
</file>