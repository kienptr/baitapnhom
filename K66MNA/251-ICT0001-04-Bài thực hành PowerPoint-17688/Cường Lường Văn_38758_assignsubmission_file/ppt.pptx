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6"/>
  </p:notesMasterIdLst>
  <p:sldIdLst>
    <p:sldId id="256" r:id="rId2"/>
    <p:sldId id="257" r:id="rId3"/>
    <p:sldId id="259" r:id="rId4"/>
    <p:sldId id="258" r:id="rId5"/>
  </p:sldIdLst>
  <p:sldSz cx="12192000" cy="6858000"/>
  <p:notesSz cx="6705600" cy="8991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E72699-BCE7-4EDB-A13F-169D5F5C8424}" v="8" dt="2025-11-12T01:56:03.2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05760" cy="451142"/>
          </a:xfrm>
          <a:prstGeom prst="rect">
            <a:avLst/>
          </a:prstGeom>
        </p:spPr>
        <p:txBody>
          <a:bodyPr vert="horz" lIns="89693" tIns="44847" rIns="89693" bIns="44847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98288" y="0"/>
            <a:ext cx="2905760" cy="451142"/>
          </a:xfrm>
          <a:prstGeom prst="rect">
            <a:avLst/>
          </a:prstGeom>
        </p:spPr>
        <p:txBody>
          <a:bodyPr vert="horz" lIns="89693" tIns="44847" rIns="89693" bIns="44847" rtlCol="0"/>
          <a:lstStyle>
            <a:lvl1pPr algn="r">
              <a:defRPr sz="1200"/>
            </a:lvl1pPr>
          </a:lstStyle>
          <a:p>
            <a:fld id="{7FBCF2FC-AA43-40CD-B114-4D760DEE657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5638" y="1123950"/>
            <a:ext cx="5394325" cy="30353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693" tIns="44847" rIns="89693" bIns="44847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0560" y="4327207"/>
            <a:ext cx="5364480" cy="3540443"/>
          </a:xfrm>
          <a:prstGeom prst="rect">
            <a:avLst/>
          </a:prstGeom>
        </p:spPr>
        <p:txBody>
          <a:bodyPr vert="horz" lIns="89693" tIns="44847" rIns="89693" bIns="44847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540460"/>
            <a:ext cx="2905760" cy="451141"/>
          </a:xfrm>
          <a:prstGeom prst="rect">
            <a:avLst/>
          </a:prstGeom>
        </p:spPr>
        <p:txBody>
          <a:bodyPr vert="horz" lIns="89693" tIns="44847" rIns="89693" bIns="44847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98288" y="8540460"/>
            <a:ext cx="2905760" cy="451141"/>
          </a:xfrm>
          <a:prstGeom prst="rect">
            <a:avLst/>
          </a:prstGeom>
        </p:spPr>
        <p:txBody>
          <a:bodyPr vert="horz" lIns="89693" tIns="44847" rIns="89693" bIns="44847" rtlCol="0" anchor="b"/>
          <a:lstStyle>
            <a:lvl1pPr algn="r">
              <a:defRPr sz="1200"/>
            </a:lvl1pPr>
          </a:lstStyle>
          <a:p>
            <a:fld id="{86B0045D-7030-4676-B5F4-C5563C00E7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00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045D-7030-4676-B5F4-C5563C00E77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0619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045D-7030-4676-B5F4-C5563C00E7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9981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045D-7030-4676-B5F4-C5563C00E7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18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B965B-2FA6-CBFD-F924-D6C02877D2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34584-31FF-68EF-E018-3D159C40BF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929B9-CF1D-51D8-CA9E-6CBDFF778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F8F47-26BD-A8D5-56EB-80D0A6823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B29F3-F1EC-E8F8-61E0-1333CF30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166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48FA2-052B-70F2-F947-0C281805B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718CF-595E-64CD-F696-EE04E3E4B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F0341-84DD-7E3D-8D50-0D5457346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75E40-4E58-5EB5-DCE6-8D410668B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F9F5C-F324-4DBF-1676-A502801D0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4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59311-A68B-9732-B41F-08DA16E0A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344D7-37E8-906A-AA98-F863D7991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A48E3-5C4D-7181-CDC8-208EB7FD3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917D0-F79E-AAF7-87DD-12263D9F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074FE-C135-594C-1AD7-3EEAF27D8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63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FA50C-CC70-5F84-6766-8C98A5021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15D35-9C71-6782-2E6F-647A96E39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E41857-CC1F-BCC8-F814-DCFEC064C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14F43-B270-7178-0E94-069312CF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2E3A9-F43C-288B-5B4E-CFB118DD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61E07-FC5C-9E45-1FB5-8A84E55C4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67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F5DDE-1072-1A97-4797-B8535C0C9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189E8-EC37-F197-7212-F618A53A7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3C17B-027D-9C8B-61D7-4370FDB95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3CE714-0CA4-8B6F-96E1-DECD303E1C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D1605-72BC-C19F-B01E-1D687206C5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7CF5B-E0A6-4016-FFFE-6A54AFA8D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282FD-F9DE-3A4B-7F8B-E9D447F03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83F8FA-E09A-92DD-B0F0-18FC8A89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0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6BCA-41C6-4F9F-E754-5F3DA8B0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7A13D9-670A-A51E-1C75-01E936BBD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0AD07-F82A-BF95-B78E-6AA320F5C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E85FB-ED28-E914-97A4-5AA943EFB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760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A1E24-E1C8-CE65-FF58-8D026D62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7A9F9A-B54C-A1BF-21D4-49B81021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06935-CFD4-C75E-AAE0-17D336124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1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31C6-0713-FFD8-1AAA-B3025D978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46EFD-4827-6672-CD0D-394B21D02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7DB40-4E13-84FF-9BF3-565C90C74B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E6E17-2294-6C59-44EC-3F7224BB0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EFF14-FFD7-3D0B-A172-A69625B35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AFAC7-DFCD-3DEA-B903-B21C37918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161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121D7-B3CB-9AA0-1119-D94E3B96E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D3177-0A09-FACB-7E07-6DEDE9D527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AD376-A29B-E923-C1A6-24399B88E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6A604-0643-ACF0-CEE4-6150850E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800F4-9BE2-A9CC-F40B-1A450CDD3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EB448-DFBE-E769-3D40-BB923E523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6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FCDAC-F632-25C6-495C-60F33C7B0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CBD60A-B2AF-856E-4DD5-5D532A44D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3EE57-891C-28AE-3434-88AA447C6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2BE92-8CB5-F3F3-881E-2CC47AA6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B65E-A2F7-F6F5-BEC6-B5433130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84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ECAED-1731-F393-D51B-E7F5BAF193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7D522-7B47-8C2C-1308-DF530BE1B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EC9C-3074-369F-83C9-C1DEBA074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4D0E-8867-6D93-63AA-A13927F78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796C9-4549-D1F8-C946-1CEEF17E8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7C44E-87B1-7E41-CCEB-173278CBD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FE0381-3759-19C1-20E6-01FE3E7FBA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FD634-FFD8-98A9-367A-4ECD3F9664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1F6EDB-B4F2-4A41-98AF-D55170CEEDD1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20348-E67B-6E97-EF49-62DD56E95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26E32-B80A-3631-8376-DA89CE3D5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DC9385-6F59-430B-9C0E-F2863E6472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821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.docs.live.net/9a6437fee5278872/Documents/Ng&#226;n%20h&#224;ng%20&#273;&#7873;%20thi.pptx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A4D9F1"/>
            </a:gs>
            <a:gs pos="0">
              <a:schemeClr val="bg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4E06B-6FE9-7863-1AAB-F28974860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8928"/>
            <a:ext cx="8339328" cy="2400300"/>
          </a:xfr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>
            <a:prstTxWarp prst="textButton">
              <a:avLst/>
            </a:prstTxWarp>
            <a:normAutofit fontScale="90000"/>
            <a:scene3d>
              <a:camera prst="perspectiveLeft"/>
              <a:lightRig rig="threePt" dir="t"/>
            </a:scene3d>
            <a:sp3d extrusionH="57150">
              <a:bevelT w="69850" h="38100" prst="cross"/>
            </a:sp3d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Ngân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b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Tin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học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dirty="0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n w="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accent1"/>
                </a:solidFill>
                <a:effectLst>
                  <a:outerShdw blurRad="60007" dist="200025" dir="15000000" sx="99000" sy="99000" kx="-1800000" algn="bl" rotWithShape="0">
                    <a:prstClr val="black">
                      <a:alpha val="39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cương</a:t>
            </a:r>
            <a:endParaRPr lang="en-US" dirty="0">
              <a:ln w="0">
                <a:solidFill>
                  <a:schemeClr val="accent1">
                    <a:lumMod val="75000"/>
                  </a:schemeClr>
                </a:solidFill>
              </a:ln>
              <a:solidFill>
                <a:schemeClr val="accent1"/>
              </a:solidFill>
              <a:effectLst>
                <a:outerShdw blurRad="60007" dist="200025" dir="15000000" sx="99000" sy="99000" kx="-1800000" algn="bl" rotWithShape="0">
                  <a:prstClr val="black">
                    <a:alpha val="39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7BC3D-32E9-7213-96D9-ED351ED9E0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02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tile tx="1270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5506-50AB-F7C1-3420-47A6FD37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793" y="463473"/>
            <a:ext cx="9302706" cy="1383173"/>
          </a:xfrm>
        </p:spPr>
        <p:txBody>
          <a:bodyPr>
            <a:normAutofit fontScale="90000"/>
          </a:bodyPr>
          <a:lstStyle/>
          <a:p>
            <a:pPr indent="-914400">
              <a:lnSpc>
                <a:spcPct val="100000"/>
              </a:lnSpc>
            </a:pPr>
            <a:r>
              <a:rPr lang="it-IT" dirty="0">
                <a:sym typeface="Wingdings" panose="05000000000000000000" pitchFamily="2" charset="2"/>
              </a:rPr>
              <a:t>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Microsoft powerpoint </a:t>
            </a:r>
            <a:b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 Microsoft Excel  </a:t>
            </a:r>
            <a:b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</a:b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 Microsoft Word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09FF2145-1787-1940-9AE9-AB19AE0DB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449" y="2535018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69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75EF-D985-C6A0-1657-57BB1BAE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hlinkClick r:id="rId3"/>
              </a:rPr>
              <a:t>https://d.docs.live.net/9a6437fee5278872/Documents/Ngân%20hàng%20đề%20thi.pptx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EB9E9-4495-1CD0-FABD-37DD4FC24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CCB679-16A0-CB9E-FF80-D6C8BA4BD88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934127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8000"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47F88D7C-6A2D-69F9-3614-7E9FDE969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Ngày</a:t>
            </a:r>
            <a:r>
              <a:rPr lang="en-US"/>
              <a:t> 11/7/2025</a:t>
            </a:r>
            <a:endParaRPr lang="en-US" dirty="0"/>
          </a:p>
        </p:txBody>
      </p:sp>
      <p:sp useBgFill="1">
        <p:nvSpPr>
          <p:cNvPr id="13" name="Content Placeholder 12">
            <a:extLst>
              <a:ext uri="{FF2B5EF4-FFF2-40B4-BE49-F238E27FC236}">
                <a16:creationId xmlns:a16="http://schemas.microsoft.com/office/drawing/2014/main" id="{DBAE5D8D-F42E-6310-D575-37EFD9D7B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1773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51</Words>
  <Application>Microsoft Office PowerPoint</Application>
  <PresentationFormat>Widescreen</PresentationFormat>
  <Paragraphs>7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Aptos</vt:lpstr>
      <vt:lpstr>Arial</vt:lpstr>
      <vt:lpstr>Calibri</vt:lpstr>
      <vt:lpstr>Calibri Light</vt:lpstr>
      <vt:lpstr>Times New Roman</vt:lpstr>
      <vt:lpstr>Wingdings</vt:lpstr>
      <vt:lpstr>Office Theme</vt:lpstr>
      <vt:lpstr>Ngân hàng đề thi  vấn đáp Tin học đại cương</vt:lpstr>
      <vt:lpstr>Microsoft powerpoint   Microsoft Excel    Microsoft Word</vt:lpstr>
      <vt:lpstr>https://d.docs.live.net/9a6437fee5278872/Documents/Ngân%20hàng%20đề%20thi.pptx</vt:lpstr>
      <vt:lpstr>Ngày 11/7/2025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Cuong Luong</dc:creator>
  <cp:lastModifiedBy>Cuong Luong</cp:lastModifiedBy>
  <cp:revision>3</cp:revision>
  <dcterms:created xsi:type="dcterms:W3CDTF">2025-11-05T03:42:38Z</dcterms:created>
  <dcterms:modified xsi:type="dcterms:W3CDTF">2025-11-12T02:02:09Z</dcterms:modified>
</cp:coreProperties>
</file>