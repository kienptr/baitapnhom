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7"/>
  </p:notesMasterIdLst>
  <p:sldIdLst>
    <p:sldId id="256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4EFD9-732E-4C6B-99B5-3D010095A56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C687C-A2F0-441E-935E-86BC6A56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4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5BF1-38B9-4B81-80B9-138B8AA52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B9F10-DB5F-46F4-A92B-3EFFEB4FC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3053D-BB68-43CE-A79C-8B24F267B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8931-69DD-4E78-AC36-E0C026FB9E48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4C34-1EDE-48DE-9CA3-0E3A3426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C9F26-9D0F-42CF-8B52-DFD934FD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87752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0599-00CA-446F-A672-4F9066789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9AE6F-57F8-4D3F-B5C1-23C6BAA4E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2A6F9-22AE-42D5-96FC-7881E966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AF09C-780C-48B4-AF78-E2A3C11D5BD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2B640-FCBF-4C64-8F50-B5E7D1C3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CB0EF-C449-4158-9E52-FCD39417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3743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C2B7-30C2-442A-8647-C6AE06A8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B6223-7B5C-42C1-B009-2DF15F228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B24A8-5C0D-4152-84C8-D50CEAB0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9724-4132-45A5-A3E7-DD53B3F97FD8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ECCB2-6C6F-45F5-81E0-D5F8E71F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07A30-EC61-487C-B137-9FB76258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8715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FC79-401B-4125-BA7C-1E140162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90C5-5EDC-408D-A9C2-DEDCF4E4A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8496A-D639-4457-ACD1-11B9EF3D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51051-5F46-456B-AC31-B71906415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DE21F-9B48-44BE-9A52-6DDBA11AFE55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3A42F-7D97-48EF-A681-C89C73BC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027C6-3A9C-4E99-B25B-80B4EF58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1907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DBF5-4383-4560-BF6E-19553DE2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D287D-7A35-4A6A-81C0-B4897B4B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9D39AB-0833-4393-888B-E16B80FFF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FD782-E685-44D9-9DC5-6A87DA06B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D47E7-5548-4A26-A558-25168347B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014E4-9D43-4B7D-95CD-C40D50FB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8FDAC-5C37-4E73-94C6-B0BAE11FB8A2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07E79-5A24-422B-9F39-AF8D7FDA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01639-EDE4-4C6E-A9B8-7A84D4CF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06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DF15-1BB1-407A-8FA7-43045C2B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8093C-3C42-4C51-94BB-601EE1BCC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0FCA-9FF1-4BE8-9EED-D09BCE6F5531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DFDC7-BD73-4894-9F5C-BF86FEAE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4DE02-821A-42CA-8BF8-36036FDC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22407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A0C00-1476-46C4-86A6-AE4223F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C9FC-14F3-4F51-811E-019668A52172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9675B-F2B0-4442-8EF0-2466590B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9D687-F947-4A7F-9C44-8391936D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250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A32D-F109-4A3C-B855-A948685B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6013-D699-4279-9F1A-CBF920950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27CA4-E81E-4FC1-9F69-7491E441D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7E77B-0FF8-42F9-ADBE-8CF40AFF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D8E1-39CA-4738-BE89-49CAC5057DB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F53FD-79F9-45CA-A2AB-F9444168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5C8C7-E7BD-47AA-AED2-BD864C5E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81025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63B5-4A6E-4DB5-99CE-B5532864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51E69-BDD8-4AA6-99E4-756033051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922B-9F7A-4391-BE41-86CAD9302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4DDB3-B259-45A3-B4FD-B8DD2C45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1DCD-CB68-4D66-993B-C037BCA45DA3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E9F28-405E-4A17-89AD-2B3CBAEE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D7720-CD48-4904-96BA-97E7C6B0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27160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CA52-E0BF-4FBC-96D5-6F4BFDBB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3E4B2-4EA2-4FDA-81B6-E5B61DB5C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6E7B3-A47E-437B-9880-CFA18C6C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857F-4CC1-4C26-9E45-F4076F33BC1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9016-BDA5-4CDB-9B13-319EA341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18EC-8ADF-4139-849C-C74291B8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2467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6ABD2-30EC-47A5-933E-445B34FD6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36EB6-DA80-4A15-86F6-D762D5F87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C393-5E63-4F16-99CC-8A2F70235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0B12-2398-47E7-9C8F-7B3BA64E360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A1238-A1E8-4B42-8C40-F3019174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E1526-87FF-41A8-91B9-50603147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4953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F957-8E7E-4297-BA3C-8C30A00721C4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477256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D2828-3E84-409E-B91C-78553DA5AB6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215443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82F9-3427-4604-8F9E-42A8B88219B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713268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6D6F2-F285-4FEF-9C6D-46166EA87C9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420440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F366F-163F-44E3-9857-B294B53028F8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251636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309D-F950-4DEB-88EA-FD4530E89F53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651586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8F3A-D1E8-4A16-B4E7-CCF1D73AED1A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12969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ED33-4EDB-4924-B63E-81ED5EE80E2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289238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BA949BC-4B33-49D2-B001-7197013A6FF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037271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718E-B7A0-4E20-B8EC-DD967FA4D11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628003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D53F-B995-42C8-8D51-3A433EC2C99C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110760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5D0CC-A692-42CF-B8D0-60C0DB0CF4F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60031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8447-3E9A-46C6-9541-77E43CEC3CF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06806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29D7-2426-4F08-904A-77421AD4F58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062450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FEA93-92AA-44A3-B167-E2063F31217A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10841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74271-CF27-4DF4-97AE-1FA97DF90F0C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06929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F5F86-DE40-48AB-A5B6-52DAE814241C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89703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B9FD-4D40-4898-9848-D0B029CF4629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83396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E9F1A-35D7-4433-A974-4D493AC3540F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20400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D8780-26C1-408F-84B6-7237E2EDC0C0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77848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77D-9B42-4B8C-B2F0-FD4E587A3D1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39867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812C-E51F-4660-9D98-FE0E917190D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5419908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2CC05-5E51-4165-A502-229876BF0A9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12959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EB0C-CBF6-4B57-BE6C-DAD13C1DA69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90565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D0E7-F082-44BB-B9CC-4F567C55703C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85407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B1A2-41B1-4255-A3AD-A5FACD7629CF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44917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1EBF3-A8E3-4ABA-94D1-631D4B1571E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8506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5A936-7AA6-4FE8-BF08-ED4D10EC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7C0BB-999E-457A-A2DF-46B22298D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33DF5-D6AA-4984-A876-B6D9D7EC3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4141-DDEA-4464-90E9-19238F32BEC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8D30B-973E-44EC-8393-7691D0486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AA01-D9B9-46D8-A7D2-8AA5E288E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15FEE-10B3-4E74-8970-A18F5DB3B78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37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C5BF7-CB99-498F-89D1-9C4E9A4BEDFC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5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ransition spd="slow">
    <p:wipe/>
  </p:transition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98F1-DF13-493E-8B8A-D3D906162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480" y="1716691"/>
            <a:ext cx="9517039" cy="3078541"/>
          </a:xfrm>
        </p:spPr>
        <p:txBody>
          <a:bodyPr>
            <a:prstTxWarp prst="textButton">
              <a:avLst>
                <a:gd name="adj" fmla="val 10812480"/>
              </a:avLst>
            </a:prstTxWarp>
            <a:normAutofit/>
          </a:bodyPr>
          <a:lstStyle/>
          <a:p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76200" algn="tl" rotWithShape="0">
                    <a:schemeClr val="bg2">
                      <a:lumMod val="90000"/>
                    </a:schemeClr>
                  </a:outerShdw>
                </a:effectLst>
              </a:rPr>
              <a:t>NGÂN HÀNG ĐỀ THI </a:t>
            </a:r>
            <a:b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76200" algn="tl" rotWithShape="0">
                    <a:schemeClr val="bg2">
                      <a:lumMod val="90000"/>
                    </a:schemeClr>
                  </a:outerShdw>
                </a:effectLst>
              </a:rPr>
            </a:br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76200" algn="tl" rotWithShape="0">
                    <a:schemeClr val="bg2">
                      <a:lumMod val="90000"/>
                    </a:schemeClr>
                  </a:outerShdw>
                </a:effectLst>
              </a:rPr>
              <a:t>VẤN ĐÁP </a:t>
            </a:r>
            <a:b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76200" algn="tl" rotWithShape="0">
                    <a:schemeClr val="bg2">
                      <a:lumMod val="90000"/>
                    </a:schemeClr>
                  </a:outerShdw>
                </a:effectLst>
              </a:rPr>
            </a:br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76200" algn="tl" rotWithShape="0">
                    <a:schemeClr val="bg2">
                      <a:lumMod val="90000"/>
                    </a:schemeClr>
                  </a:outerShdw>
                </a:effectLst>
              </a:rPr>
              <a:t>TIN HỌC ĐẠI CƯƠNG 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dist="76200" algn="tl" rotWithShape="0">
                  <a:schemeClr val="bg2">
                    <a:lumMod val="90000"/>
                  </a:schemeClr>
                </a:outerShdw>
              </a:effectLst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315115-4095-4389-ADF2-1D4A3580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3CF5-519B-4912-81FC-7027D747D622}" type="datetime1">
              <a:rPr lang="en-US" smtClean="0"/>
              <a:t>11/5/2025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B85C2-BAE4-4941-B274-FEBD91D5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0513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BF42-39E2-44F0-98A3-2EA5B563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377" y="978610"/>
            <a:ext cx="8596668" cy="1320800"/>
          </a:xfrm>
        </p:spPr>
        <p:txBody>
          <a:bodyPr>
            <a:normAutofit fontScale="90000"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  <a:hlinkClick r:id="rId2" action="ppaction://hlinksldjump"/>
              </a:rPr>
              <a:t>Microsoft Powerpoint</a:t>
            </a:r>
            <a:b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Microsoft Excel</a:t>
            </a:r>
            <a:b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Microsoft Word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BAD71-2D37-4AA6-A851-84EA1260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9377" y="6287546"/>
            <a:ext cx="907380" cy="365125"/>
          </a:xfrm>
        </p:spPr>
        <p:txBody>
          <a:bodyPr/>
          <a:lstStyle/>
          <a:p>
            <a:fld id="{647AAD2F-5896-47A3-9C9A-1E2446D1B520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6E55C-F678-4D37-AA7D-0DA15605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6741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DD31-D9E5-4246-B034-166BEFB5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E6E0-8625-4C99-8D1D-AE71D9E3B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F631-2121-423D-BDCF-A9CA5E9D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414016" y="6405855"/>
            <a:ext cx="3500715" cy="309201"/>
          </a:xfrm>
        </p:spPr>
        <p:txBody>
          <a:bodyPr/>
          <a:lstStyle/>
          <a:p>
            <a:fld id="{58F5AC89-CDB6-48BB-B54A-E6FEEBCBF194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FB8CA-1B5B-44FB-9E8A-F7206E54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2209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Calibri Light</vt:lpstr>
      <vt:lpstr>Gill Sans MT</vt:lpstr>
      <vt:lpstr>Tahoma</vt:lpstr>
      <vt:lpstr>Times New Roman</vt:lpstr>
      <vt:lpstr>Trebuchet MS</vt:lpstr>
      <vt:lpstr>Wingdings 3</vt:lpstr>
      <vt:lpstr>Office Theme</vt:lpstr>
      <vt:lpstr>Gallery</vt:lpstr>
      <vt:lpstr>Facet</vt:lpstr>
      <vt:lpstr>NGÂN HÀNG ĐỀ THI  VẤN ĐÁP  TIN HỌC ĐẠI CƯƠNG </vt:lpstr>
      <vt:lpstr> Microsoft Powerpoint  Microsoft Excel  Microsoft Word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NGÂN HÀNG ĐỀ THI  VẤN ĐÁP  TIN HỌC ĐẠI CƯƠNG</dc:title>
  <dc:creator>Admin</dc:creator>
  <cp:lastModifiedBy>Admin</cp:lastModifiedBy>
  <cp:revision>7</cp:revision>
  <dcterms:created xsi:type="dcterms:W3CDTF">2025-11-05T02:12:52Z</dcterms:created>
  <dcterms:modified xsi:type="dcterms:W3CDTF">2025-11-05T03:10:45Z</dcterms:modified>
</cp:coreProperties>
</file>