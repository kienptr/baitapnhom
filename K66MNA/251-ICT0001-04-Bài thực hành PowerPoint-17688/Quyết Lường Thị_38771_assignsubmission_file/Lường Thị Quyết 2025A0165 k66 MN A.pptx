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  <p:sldMasterId id="2147483837" r:id="rId2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4C4DA-134E-4A21-B785-0264D2D0094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4952A-4C51-4B11-A3A4-7358123CD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7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0D8C4-76C2-46B2-B59D-2962A5D1F83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56BBE-0FCD-4401-828C-0B3AEEA93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4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657575B-A97A-417B-AAF8-D4F93EF03649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45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B9192-A11B-4AEF-B147-56F87BE99EAF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A4F23-AD2C-4330-BAAD-909CF7B00C9B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1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00F6-5637-4179-9740-1DEA5CEB79B1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5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DEC8-FB45-43CD-B1C2-2F5A1C0B8A7D}" type="datetime1">
              <a:rPr lang="vi-VN" smtClean="0"/>
              <a:t>09/11/2025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0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34A98-716D-4272-B6CB-04549F2544DA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77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0885-30EF-4AE0-8CA0-1978EF2A0C88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F08C-2C1B-4BE0-B383-94754C5357B7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14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1ADE0-CD3E-4BA7-BE9D-EBF80DF2CA04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4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8387-ED1C-40AF-879E-E3D8384E686D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7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C9BE-5462-4FCB-83AB-F550F91C235D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8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EB8A-514B-4C4E-AE0A-6028974F7F7F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0AF4-F5F1-427B-9778-54EDDDEEC4F5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5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978B-594D-4257-AB97-1A6822195CE2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72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37D8-A7E2-4413-B5FA-47E41661C766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83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1644-F501-487B-8F39-245994FB3E5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75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B6667-AA77-490F-921A-ED261BF59EA9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24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37094-E9ED-4067-9DC0-5B19212CAA07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7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057D7-34EE-4771-9D3D-B25A37A6AE0E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87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75989-D137-444B-8410-D3EEBCE0FB56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62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7BD8E-55B6-4F59-B838-13912DBBD9EC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6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2AB7-C632-4069-95AE-462643A933EC}" type="datetime1">
              <a:rPr lang="vi-VN" smtClean="0"/>
              <a:t>09/11/2025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49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21294-8A99-4B9A-8B0E-DEDB64B88604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71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F6AB-525F-49BE-B022-C2C7D01E6E21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EAF-78D1-46B9-A063-07701E5DCB2B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81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C601B99-248E-4CAC-8436-DE9198E16A11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22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79DB-96CE-4839-BFDE-1B0799684DEC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01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563D2-C43F-4314-8F28-BC46847125A5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29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7.jp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5F3D9A-D08F-4830-8D4E-3B924AA56981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89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A39B6-0B46-44A7-AB9C-9262FC3F4C5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EAC5EFD-602B-458B-AED8-1EFF20E96B1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08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L&#432;&#7901;ng%20Th&#7883;%20Quy&#7871;t2025A0165%20MNA.pdf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04292" y="1108365"/>
            <a:ext cx="7915563" cy="478443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>
                <a:gd name="adj" fmla="val 11179695"/>
              </a:avLst>
            </a:prstTxWarp>
            <a:spAutoFit/>
          </a:bodyPr>
          <a:lstStyle/>
          <a:p>
            <a:r>
              <a:rPr lang="vi-VN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  <a:t>      </a:t>
            </a:r>
            <a:r>
              <a:rPr lang="vi-VN" sz="8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  <a:t>NGÂN HÀNG ĐỀ THI </a:t>
            </a:r>
          </a:p>
          <a:p>
            <a:r>
              <a:rPr lang="vi-VN" sz="8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  <a:t>          VẤN ĐÁP </a:t>
            </a:r>
          </a:p>
          <a:p>
            <a:r>
              <a:rPr lang="vi-VN" sz="8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</a:rPr>
              <a:t> TIN HỌC ĐẠI CƯƠNG</a:t>
            </a:r>
            <a:endParaRPr lang="en-US" sz="8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10581466" y="309546"/>
            <a:ext cx="897467" cy="279400"/>
          </a:xfrm>
        </p:spPr>
        <p:txBody>
          <a:bodyPr/>
          <a:lstStyle/>
          <a:p>
            <a:fld id="{EAB68D4F-0555-48FA-836C-FBE8E6A33A67}" type="datetime1">
              <a:rPr lang="vi-VN" smtClean="0"/>
              <a:t>09/11/2025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89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9088" y="1825625"/>
            <a:ext cx="8744712" cy="4351338"/>
          </a:xfrm>
          <a:prstGeom prst="rect">
            <a:avLst/>
          </a:prstGeom>
        </p:spPr>
        <p:txBody>
          <a:bodyPr/>
          <a:lstStyle/>
          <a:p>
            <a:pPr marL="360363" indent="-3603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vi-VN" sz="3600" dirty="0" smtClean="0"/>
              <a:t> </a:t>
            </a:r>
            <a:r>
              <a:rPr lang="vi-VN" sz="3600" dirty="0" smtClean="0">
                <a:hlinkClick r:id="rId2" action="ppaction://hlinksldjump"/>
              </a:rPr>
              <a:t>Microsoft Powerpoint</a:t>
            </a:r>
            <a:endParaRPr lang="vi-VN" sz="3600" dirty="0" smtClean="0"/>
          </a:p>
          <a:p>
            <a:pPr marL="360363" indent="-360363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vi-VN" sz="3600" dirty="0" smtClean="0"/>
              <a:t> Microsoft Excel</a:t>
            </a:r>
          </a:p>
          <a:p>
            <a:pPr marL="268288" indent="-26828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È"/>
              <a:tabLst>
                <a:tab pos="444500" algn="l"/>
              </a:tabLst>
            </a:pPr>
            <a:r>
              <a:rPr lang="vi-VN" sz="3600" dirty="0" smtClean="0"/>
              <a:t>  Microsoft Word</a:t>
            </a: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CDFB-4949-45BC-85DD-9DE7F918688E}" type="datetime1">
              <a:rPr lang="vi-VN" smtClean="0"/>
              <a:t>09/11/2025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6C5B-9D7B-4984-967E-58A3BC613694}" type="datetime1">
              <a:rPr lang="vi-VN" smtClean="0"/>
              <a:t>09/11/2025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4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B14C-33BB-4264-9778-9CB95254469C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14402" y="2967335"/>
            <a:ext cx="836318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3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hlinkClick r:id="rId2" action="ppaction://hlinkfile"/>
              </a:rPr>
              <a:t>Lường Thị Quyết2025A0165 MNA.pdf</a:t>
            </a:r>
            <a:endParaRPr lang="en-US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8092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</TotalTime>
  <Words>30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Algerian</vt:lpstr>
      <vt:lpstr>Arial</vt:lpstr>
      <vt:lpstr>Calibri</vt:lpstr>
      <vt:lpstr>Garamond</vt:lpstr>
      <vt:lpstr>Gill Sans MT</vt:lpstr>
      <vt:lpstr>Times New Roman</vt:lpstr>
      <vt:lpstr>Wingdings</vt:lpstr>
      <vt:lpstr>Organic</vt:lpstr>
      <vt:lpstr>Gallery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14</cp:revision>
  <cp:lastPrinted>2025-11-09T03:20:50Z</cp:lastPrinted>
  <dcterms:created xsi:type="dcterms:W3CDTF">2025-11-07T13:51:18Z</dcterms:created>
  <dcterms:modified xsi:type="dcterms:W3CDTF">2025-11-09T03:21:32Z</dcterms:modified>
</cp:coreProperties>
</file>