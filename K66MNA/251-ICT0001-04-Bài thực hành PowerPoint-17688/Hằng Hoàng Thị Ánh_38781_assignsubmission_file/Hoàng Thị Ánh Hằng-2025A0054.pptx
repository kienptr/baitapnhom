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0" r:id="rId2"/>
    <p:sldMasterId id="2147483725" r:id="rId3"/>
    <p:sldMasterId id="2147483743" r:id="rId4"/>
  </p:sldMasterIdLst>
  <p:notesMasterIdLst>
    <p:notesMasterId r:id="rId9"/>
  </p:notesMasterIdLst>
  <p:sldIdLst>
    <p:sldId id="258" r:id="rId5"/>
    <p:sldId id="259" r:id="rId6"/>
    <p:sldId id="261" r:id="rId7"/>
    <p:sldId id="262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ục Chưa có tên" id="{50F90CA0-97D3-47E1-923A-6130348027FD}">
          <p14:sldIdLst>
            <p14:sldId id="258"/>
            <p14:sldId id="25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F57D1B8-831E-4AC5-AC30-DB932A96299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E0EBCE9-E48F-4E9D-B9E5-887528F47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509B16E-5C0D-CFFC-5D82-1ACA52BCD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EC2B8294-1C5D-EC72-43E3-AA7D05AED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FC4ADCF-470B-B277-3899-F7CB9EE2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52F5-317A-49A3-8758-9A18F377D5AB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2FB63DC-11B7-72A2-203A-583A6906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B8A1D6E-54B7-61F3-600E-5E0791BB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5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9FE17F9-5DA7-B5ED-A4A7-85A46261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2A2649F-0C01-31BF-BF25-7FF4AA86C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E87E1F7-B100-DBB4-AD03-D6B73288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42B4E76-B84D-412B-74CC-CDF2CC65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3DE4201-3D70-5E52-4750-792051C8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60278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2A6B454-48DF-9D41-55C9-522E4CFF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409B2E8-6DDC-136E-C1B3-CD94489A4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29BD2BC-8D48-4132-678C-939BF679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8D79-0B41-416C-BC17-6E3758B4129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3F7BD80-72E5-7C7E-3B47-365FE620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A1E99BE-7F29-B45A-032E-9AD658DF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5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CE43D01-9313-F7D4-EB85-1468CCBC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67463AA-E649-3CE9-6C25-E124C58DE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0B7D2C5-D0CB-478D-61B5-336B6C248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EEB312B-2D19-EDCB-E077-54F66068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A3408-D772-4051-A01A-81EA374DE2CB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7C39820-D786-0EB3-D208-2929B4AF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3FBDF32-7BAC-5683-C0A4-BAA092AB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1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293445E-3601-FD46-411F-1062E273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B1DB360-26A0-AF59-7D10-F83F61E57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91E4A67-9A2E-51F9-9EEC-3F5CA6593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D7ED604B-9041-170B-6C67-7AB76E978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072F478-C411-A42F-43AC-2B43E9662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37E5DCF-024E-D9CA-A0C3-7B6C62F4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1F4-E9D9-423F-9067-983965908C9A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F6B7A8C7-0846-8BBA-2C3D-A7C11A99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E295529C-D381-5EDF-ACBB-AEF36212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0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EBCC26E-E11C-8F08-B691-FE9B15AA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922C0D49-B315-4C34-180B-0873358B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ECB63-46D3-4CA7-B7F3-793F40B106CF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0B12D41-326F-8345-B6EF-229D8B4F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C52F87C-3EB6-60E3-F7DB-150B3B06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D1C7401-C5AB-CC72-1656-24460A32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E010-1879-46F0-B640-963C0E25D805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88B040C-8856-8C29-AFFB-59F9140F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CAAF03D-EEDD-70D2-57AB-9554579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92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9160C0-F995-9038-1DE4-663B9B7E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8F51514-A31C-8403-E253-DB03A8DE1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690C6D6-B664-9927-5DE1-37E24FD91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408241A-C648-785D-9394-D1C57470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3E0A-FEC7-4F29-9371-3B5D1CA370E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56B90BF-4F8F-EFE3-E4EC-839B48CE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CFB1CCDD-0EA5-78CB-80CD-E621A19B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6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03F69D-5797-6CEB-0DBF-139B3F03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64A76B8B-DB33-B64F-DD3D-599C8C17F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1BDF8FCE-E7F9-4054-9EBC-6631799F8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A599A5A-3C59-B993-D9A1-66138DB6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86A75-3738-4D75-9086-FB22E1EB2FA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B4C41114-FB94-26E3-18A5-06FED327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C21D4C2-759E-192D-3EBF-A0394DE4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0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8A45234-352B-4662-B4F8-765BE867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C8E221C-97DE-5AC8-7C22-ABBA20A27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AD4B8ED-98FC-6B1C-F134-0E80CC1A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E44D-A71E-4B3E-ABC4-7385491E810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601C518-42A1-78B7-F1E3-83847FB9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8E7CB31-66AC-F798-7F88-43292695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9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4EA86100-0C02-0A9D-D0C3-3CD7893FB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7EACD5A-28A6-9766-5777-AB25085A4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69DE9AE-68A6-BE26-F7AA-7B55E1FFC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9D4D-BD6D-4E8F-BE24-CF0CF6D2EC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B235221-5971-C75A-939B-1D2554A6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F8B8797-42A8-B0CC-6472-C4478B05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74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52F5-317A-49A3-8758-9A18F377D5AB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197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44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8D79-0B41-416C-BC17-6E3758B4129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5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A3408-D772-4051-A01A-81EA374DE2CB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6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1F4-E9D9-423F-9067-983965908C9A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14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ECB63-46D3-4CA7-B7F3-793F40B106CF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98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E010-1879-46F0-B640-963C0E25D805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8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3E0A-FEC7-4F29-9371-3B5D1CA370E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88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86A75-3738-4D75-9086-FB22E1EB2FA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39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Ảnh Toàn cảnh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43063"/>
      </p:ext>
    </p:extLst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9821"/>
      </p:ext>
    </p:extLst>
  </p:cSld>
  <p:clrMapOvr>
    <a:masterClrMapping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1863354"/>
      </p:ext>
    </p:extLst>
  </p:cSld>
  <p:clrMapOvr>
    <a:masterClrMapping/>
  </p:clrMapOvr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88233"/>
      </p:ext>
    </p:extLst>
  </p:cSld>
  <p:clrMapOvr>
    <a:masterClrMapping/>
  </p:clrMapOvr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7513666"/>
      </p:ext>
    </p:extLst>
  </p:cSld>
  <p:clrMapOvr>
    <a:masterClrMapping/>
  </p:clrMapOvr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26917"/>
      </p:ext>
    </p:extLst>
  </p:cSld>
  <p:clrMapOvr>
    <a:masterClrMapping/>
  </p:clrMapOvr>
  <p:hf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E44D-A71E-4B3E-ABC4-7385491E810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96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9D4D-BD6D-4E8F-BE24-CF0CF6D2EC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953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52F5-317A-49A3-8758-9A18F377D5AB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683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49581"/>
      </p:ext>
    </p:extLst>
  </p:cSld>
  <p:clrMapOvr>
    <a:masterClrMapping/>
  </p:clrMapOvr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8D79-0B41-416C-BC17-6E3758B4129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06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A3408-D772-4051-A01A-81EA374DE2CB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553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1F4-E9D9-423F-9067-983965908C9A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356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ECB63-46D3-4CA7-B7F3-793F40B106C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881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E010-1879-46F0-B640-963C0E25D80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511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3E0A-FEC7-4F29-9371-3B5D1CA370E1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479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86A75-3738-4D75-9086-FB22E1EB2FA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57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Ảnh Toàn cảnh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59233"/>
      </p:ext>
    </p:extLst>
  </p:cSld>
  <p:clrMapOvr>
    <a:masterClrMapping/>
  </p:clrMapOvr>
  <p:hf sldNum="0"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62904"/>
      </p:ext>
    </p:extLst>
  </p:cSld>
  <p:clrMapOvr>
    <a:masterClrMapping/>
  </p:clrMapOvr>
  <p:hf sldNum="0"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171973"/>
      </p:ext>
    </p:extLst>
  </p:cSld>
  <p:clrMapOvr>
    <a:masterClrMapping/>
  </p:clrMapOvr>
  <p:hf sldNum="0"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72243"/>
      </p:ext>
    </p:extLst>
  </p:cSld>
  <p:clrMapOvr>
    <a:masterClrMapping/>
  </p:clrMapOvr>
  <p:hf sldNum="0"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ộ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52298"/>
      </p:ext>
    </p:extLst>
  </p:cSld>
  <p:clrMapOvr>
    <a:masterClrMapping/>
  </p:clrMapOvr>
  <p:hf sldNum="0"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ột 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3403"/>
      </p:ext>
    </p:extLst>
  </p:cSld>
  <p:clrMapOvr>
    <a:masterClrMapping/>
  </p:clrMapOvr>
  <p:hf sldNum="0"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E44D-A71E-4B3E-ABC4-7385491E810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865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9D4D-BD6D-4E8F-BE24-CF0CF6D2EC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327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5B752F5-317A-49A3-8758-9A18F377D5AB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1518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53285"/>
      </p:ext>
    </p:extLst>
  </p:cSld>
  <p:clrMapOvr>
    <a:masterClrMapping/>
  </p:clrMapOvr>
  <p:hf sldNum="0"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8D79-0B41-416C-BC17-6E3758B4129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8435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A3408-D772-4051-A01A-81EA374DE2CB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779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1F4-E9D9-423F-9067-983965908C9A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0208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ECB63-46D3-4CA7-B7F3-793F40B106CF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452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E010-1879-46F0-B640-963C0E25D805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276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3E0A-FEC7-4F29-9371-3B5D1CA370E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8679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86A75-3738-4D75-9086-FB22E1EB2FA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341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Ảnh Toàn cảnh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69854"/>
      </p:ext>
    </p:extLst>
  </p:cSld>
  <p:clrMapOvr>
    <a:masterClrMapping/>
  </p:clrMapOvr>
  <p:hf sldNum="0" hdr="0" ft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010435"/>
      </p:ext>
    </p:extLst>
  </p:cSld>
  <p:clrMapOvr>
    <a:masterClrMapping/>
  </p:clrMapOvr>
  <p:hf sldNum="0" hdr="0" ft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702052"/>
      </p:ext>
    </p:extLst>
  </p:cSld>
  <p:clrMapOvr>
    <a:masterClrMapping/>
  </p:clrMapOvr>
  <p:hf sldNum="0" hdr="0" ft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18706"/>
      </p:ext>
    </p:extLst>
  </p:cSld>
  <p:clrMapOvr>
    <a:masterClrMapping/>
  </p:clrMapOvr>
  <p:hf sldNum="0" hdr="0" ft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356348"/>
      </p:ext>
    </p:extLst>
  </p:cSld>
  <p:clrMapOvr>
    <a:masterClrMapping/>
  </p:clrMapOvr>
  <p:hf sldNum="0" hdr="0" ft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057808"/>
      </p:ext>
    </p:extLst>
  </p:cSld>
  <p:clrMapOvr>
    <a:masterClrMapping/>
  </p:clrMapOvr>
  <p:hf sldNum="0" hdr="0" ft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E44D-A71E-4B3E-ABC4-7385491E810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485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9D4D-BD6D-4E8F-BE24-CF0CF6D2EC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26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5BD0339B-9C87-5185-66C1-73F0038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D94CD67-C482-CEB9-8C92-14F795485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E0335F6-485D-F9A9-0402-4EC8416EA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4177E7-A2BA-4FBA-5399-5B0E72559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4EC171A-D3F0-D2D4-21CC-2F0696163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4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00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9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33A26EE-EC7B-4A98-A4FC-7F01E11D80D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30183CD-0639-4082-99D7-D4ABF201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8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../OneDrive/&#12489;&#12461;&#12517;&#12513;&#12531;&#12488;/HO&#192;NG%20TH&#7882;%20&#193;NH%20H&#7856;NG%20-2025A0054%20(1).pdf" TargetMode="Externa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F1F6678-68A8-1950-6189-380BDFE687DA}"/>
              </a:ext>
            </a:extLst>
          </p:cNvPr>
          <p:cNvSpPr/>
          <p:nvPr/>
        </p:nvSpPr>
        <p:spPr>
          <a:xfrm>
            <a:off x="2562134" y="1986947"/>
            <a:ext cx="7293984" cy="2585323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lIns="91440" tIns="45720" rIns="91440" bIns="45720">
            <a:prstTxWarp prst="textButton">
              <a:avLst>
                <a:gd name="adj" fmla="val 10778284"/>
              </a:avLst>
            </a:prstTxWarp>
            <a:spAutoFit/>
          </a:bodyPr>
          <a:lstStyle/>
          <a:p>
            <a:pPr algn="ctr"/>
            <a:r>
              <a:rPr lang="vi-VN" sz="54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NGÂN HÀNG ĐỀ THI</a:t>
            </a:r>
          </a:p>
          <a:p>
            <a:pPr algn="ctr"/>
            <a:r>
              <a:rPr lang="vi-VN" sz="54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VẤN ĐÁP</a:t>
            </a:r>
          </a:p>
          <a:p>
            <a:pPr algn="ctr"/>
            <a:r>
              <a:rPr lang="vi-VN" sz="54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TIN HỌC ĐẠI CƯƠNG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A79D7ADB-2362-F172-D2A6-BD7FCC12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D493-90E7-4B3F-866B-B369934CD215}" type="datetime1">
              <a:rPr lang="en-US" smtClean="0"/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24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0199DEFF-5FC3-1266-E6B7-D0512E328D72}"/>
              </a:ext>
            </a:extLst>
          </p:cNvPr>
          <p:cNvSpPr/>
          <p:nvPr/>
        </p:nvSpPr>
        <p:spPr>
          <a:xfrm>
            <a:off x="131975" y="2243579"/>
            <a:ext cx="1105764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057400" lvl="3" indent="-360000" algn="ctr">
              <a:buFont typeface="Wingdings" panose="05000000000000000000" pitchFamily="2" charset="2"/>
              <a:buChar char=""/>
            </a:pPr>
            <a:r>
              <a:rPr lang="vi-VN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Microsoft </a:t>
            </a:r>
            <a:r>
              <a:rPr lang="vi-VN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Powerpoint</a:t>
            </a:r>
            <a:endParaRPr lang="vi-VN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360000" algn="ctr">
              <a:buFont typeface="Wingdings" panose="05000000000000000000" pitchFamily="2" charset="2"/>
              <a:buChar char=""/>
            </a:pPr>
            <a:r>
              <a:rPr lang="vi-VN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  <a:p>
            <a:pPr marL="685800" indent="-360000" algn="ctr">
              <a:buFont typeface="Wingdings" panose="05000000000000000000" pitchFamily="2" charset="2"/>
              <a:buChar char=""/>
            </a:pPr>
            <a:r>
              <a:rPr lang="vi-VN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Microsoft Word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2BAFA8DD-5224-CF1A-ADE2-72DD20E3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257042"/>
            <a:ext cx="1600200" cy="365125"/>
          </a:xfrm>
        </p:spPr>
        <p:txBody>
          <a:bodyPr/>
          <a:lstStyle/>
          <a:p>
            <a:fld id="{5054424B-8999-4F92-964F-8A0784CF0946}" type="datetime1">
              <a:rPr lang="en-US" smtClean="0"/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68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286263A3-E1F0-9594-27EC-71DC4E0D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6860" y="6108178"/>
            <a:ext cx="990599" cy="304799"/>
          </a:xfrm>
        </p:spPr>
        <p:txBody>
          <a:bodyPr/>
          <a:lstStyle/>
          <a:p>
            <a:fld id="{063FE010-1879-46F0-B640-963C0E25D805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75E1B8E5-A4D9-7EF1-1C8A-74A7CAD02A12}"/>
              </a:ext>
            </a:extLst>
          </p:cNvPr>
          <p:cNvSpPr/>
          <p:nvPr/>
        </p:nvSpPr>
        <p:spPr>
          <a:xfrm>
            <a:off x="-4627983" y="3154148"/>
            <a:ext cx="2159846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..\</a:t>
            </a:r>
            <a:r>
              <a:rPr lang="vi-VN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OneDrive</a:t>
            </a:r>
            <a:r>
              <a:rPr lang="vi-V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\</a:t>
            </a:r>
            <a:r>
              <a:rPr lang="ja-JP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ドキュメント</a:t>
            </a:r>
            <a:r>
              <a:rPr lang="en-US" altLang="ja-JP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\</a:t>
            </a:r>
            <a:r>
              <a:rPr lang="vi-V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HOÀNG THỊ ÁNH HẰNG -2025A0054 (1).pdf</a:t>
            </a:r>
            <a:endParaRPr lang="vi-VN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1127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26FD2614-D41A-DAD3-4BAB-20EC27FD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E010-1879-46F0-B640-963C0E25D805}" type="datetime1">
              <a:rPr lang="en-US" smtClean="0"/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68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át cắt">
  <a:themeElements>
    <a:clrScheme name="Lát cắ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Lát cắ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át cắ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Hữu cơ">
  <a:themeElements>
    <a:clrScheme name="Hữu cơ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Hữu cơ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ữu cơ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5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40</Words>
  <Application>Microsoft Office PowerPoint</Application>
  <PresentationFormat>Màn hình rộng</PresentationFormat>
  <Paragraphs>11</Paragraphs>
  <Slides>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9</vt:i4>
      </vt:variant>
      <vt:variant>
        <vt:lpstr>Chủ đề</vt:lpstr>
      </vt:variant>
      <vt:variant>
        <vt:i4>4</vt:i4>
      </vt:variant>
      <vt:variant>
        <vt:lpstr>Tiêu đề Bản chiếu</vt:lpstr>
      </vt:variant>
      <vt:variant>
        <vt:i4>4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Garamond</vt:lpstr>
      <vt:lpstr>Tahoma</vt:lpstr>
      <vt:lpstr>Times New Roman</vt:lpstr>
      <vt:lpstr>Wingdings</vt:lpstr>
      <vt:lpstr>Wingdings 3</vt:lpstr>
      <vt:lpstr>Chủ đề Office</vt:lpstr>
      <vt:lpstr>Lát cắt</vt:lpstr>
      <vt:lpstr>Ion</vt:lpstr>
      <vt:lpstr>Hữu cơ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Anh Hang</dc:creator>
  <cp:lastModifiedBy>Anh Hang</cp:lastModifiedBy>
  <cp:revision>3</cp:revision>
  <cp:lastPrinted>2025-11-08T06:14:09Z</cp:lastPrinted>
  <dcterms:created xsi:type="dcterms:W3CDTF">2025-11-08T04:46:31Z</dcterms:created>
  <dcterms:modified xsi:type="dcterms:W3CDTF">2025-11-13T02:58:14Z</dcterms:modified>
</cp:coreProperties>
</file>