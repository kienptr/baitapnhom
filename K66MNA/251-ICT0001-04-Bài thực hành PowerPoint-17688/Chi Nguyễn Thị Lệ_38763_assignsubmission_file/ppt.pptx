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48733-1CC6-48B5-BF58-18C186DE268D}" v="10" dt="2025-11-12T02:55:13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C738B-33EC-44F9-A336-3ED1747A0C7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C2BAE-C004-4CD0-BE01-523E9ABFB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6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8FD2E-A4CF-409F-A463-DA3685C869BA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9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25621-5963-4960-A609-ED260CE43A1B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3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51BF5-5B67-4EF2-A578-2CB76BCC093D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5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B94E-8E8B-4C11-83AC-F41931F1C791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8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BEA4E-81C1-4381-9914-7E8CD80FFF2D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1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1B574-2811-479B-9B86-BCC10EAB5BA7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6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7BE5A-08D6-4345-A5A6-CC92570A6610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3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8B19-A3DB-4225-92F9-5C98B66931D4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8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FB2F-6C44-4C45-8337-4938E2E0A203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8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B8FD-E8F0-4DE1-873B-03012C7F7C92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662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B8FD-E8F0-4DE1-873B-03012C7F7C92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33307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B8FD-E8F0-4DE1-873B-03012C7F7C92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702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B8FD-E8F0-4DE1-873B-03012C7F7C92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25239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9B8FD-E8F0-4DE1-873B-03012C7F7C92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92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B1B-4FAD-480A-B9C4-3C51D326563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55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25F2C-A549-43D7-AE65-C3E14597ABCA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2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9B8FD-E8F0-4DE1-873B-03012C7F7C92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47C1DDF-07D4-48C5-8ABC-B3A8C9C6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3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C7D019-51EA-3665-FF33-AF8B0AD69BAB}"/>
              </a:ext>
            </a:extLst>
          </p:cNvPr>
          <p:cNvSpPr/>
          <p:nvPr/>
        </p:nvSpPr>
        <p:spPr>
          <a:xfrm>
            <a:off x="2449008" y="2136338"/>
            <a:ext cx="7293984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vi-VN" sz="5400" b="0" cap="none" spc="0" dirty="0">
                <a:ln w="0"/>
                <a:solidFill>
                  <a:schemeClr val="accent1"/>
                </a:solidFill>
                <a:effectLst>
                  <a:outerShdw blurRad="76200" dist="114300" dir="5400000" sx="99000" sy="99000" algn="ctr" rotWithShape="0">
                    <a:srgbClr val="6E747A">
                      <a:alpha val="86000"/>
                    </a:srgbClr>
                  </a:outerShdw>
                </a:effectLst>
              </a:rPr>
              <a:t>NGÂN HÀNG ĐỀ THI</a:t>
            </a:r>
            <a:br>
              <a:rPr lang="vi-VN" sz="5400" b="0" cap="none" spc="0" dirty="0">
                <a:ln w="0"/>
                <a:solidFill>
                  <a:schemeClr val="accent1"/>
                </a:solidFill>
                <a:effectLst>
                  <a:outerShdw blurRad="76200" dist="114300" dir="5400000" sx="99000" sy="99000" algn="ctr" rotWithShape="0">
                    <a:srgbClr val="6E747A">
                      <a:alpha val="86000"/>
                    </a:srgbClr>
                  </a:outerShdw>
                </a:effectLst>
              </a:rPr>
            </a:br>
            <a:r>
              <a:rPr lang="vi-VN" sz="5400" b="0" cap="none" spc="0" dirty="0">
                <a:ln w="0"/>
                <a:solidFill>
                  <a:schemeClr val="accent1"/>
                </a:solidFill>
                <a:effectLst>
                  <a:outerShdw blurRad="76200" dist="114300" dir="5400000" sx="99000" sy="99000" algn="ctr" rotWithShape="0">
                    <a:srgbClr val="6E747A">
                      <a:alpha val="86000"/>
                    </a:srgbClr>
                  </a:outerShdw>
                </a:effectLst>
              </a:rPr>
              <a:t>VẤN ĐÁP</a:t>
            </a:r>
            <a:br>
              <a:rPr lang="vi-VN" sz="5400" b="0" cap="none" spc="0" dirty="0">
                <a:ln w="0"/>
                <a:solidFill>
                  <a:schemeClr val="accent1"/>
                </a:solidFill>
                <a:effectLst>
                  <a:outerShdw blurRad="76200" dist="114300" dir="5400000" sx="99000" sy="99000" algn="ctr" rotWithShape="0">
                    <a:srgbClr val="6E747A">
                      <a:alpha val="86000"/>
                    </a:srgbClr>
                  </a:outerShdw>
                </a:effectLst>
              </a:rPr>
            </a:br>
            <a:r>
              <a:rPr lang="vi-VN" sz="5400" b="0" cap="none" spc="0" dirty="0">
                <a:ln w="0"/>
                <a:solidFill>
                  <a:schemeClr val="accent1"/>
                </a:solidFill>
                <a:effectLst>
                  <a:outerShdw blurRad="76200" dist="114300" dir="5400000" sx="99000" sy="99000" algn="ctr" rotWithShape="0">
                    <a:srgbClr val="6E747A">
                      <a:alpha val="86000"/>
                    </a:srgbClr>
                  </a:outerShdw>
                </a:effectLst>
              </a:rPr>
              <a:t>TIN HỌC ĐẠI CƯƠNG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76200" dist="114300" dir="5400000" sx="99000" sy="99000" algn="ctr" rotWithShape="0">
                  <a:srgbClr val="6E747A">
                    <a:alpha val="86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5416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6DE49-5367-6BFE-7B10-5834FB223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000" dirty="0">
                <a:sym typeface="Wingdings" panose="05000000000000000000" pitchFamily="2" charset="2"/>
              </a:rPr>
              <a:t> </a:t>
            </a:r>
            <a:r>
              <a:rPr lang="vi-VN" sz="2000" dirty="0">
                <a:hlinkClick r:id="rId2" action="ppaction://hlinksldjump"/>
              </a:rPr>
              <a:t>Microsoft PowerPoint</a:t>
            </a:r>
            <a:endParaRPr lang="vi-V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vi-VN" sz="2000" dirty="0">
                <a:sym typeface="Wingdings" panose="05000000000000000000" pitchFamily="2" charset="2"/>
              </a:rPr>
              <a:t> </a:t>
            </a:r>
            <a:r>
              <a:rPr lang="vi-VN" sz="2000" dirty="0"/>
              <a:t>Microsoft Excel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000" dirty="0">
                <a:sym typeface="Wingdings" panose="05000000000000000000" pitchFamily="2" charset="2"/>
              </a:rPr>
              <a:t> </a:t>
            </a:r>
            <a:r>
              <a:rPr lang="vi-VN" sz="2000" dirty="0"/>
              <a:t>Microsoft Word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933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E026D9-A3A6-AEA2-7C68-DE9CDEB0CD7B}"/>
              </a:ext>
            </a:extLst>
          </p:cNvPr>
          <p:cNvSpPr/>
          <p:nvPr/>
        </p:nvSpPr>
        <p:spPr>
          <a:xfrm>
            <a:off x="2756784" y="2937838"/>
            <a:ext cx="6678431" cy="59093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Cảm ơn đã theo dõi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11/12/2025</a:t>
            </a:r>
          </a:p>
          <a:p>
            <a:pPr algn="ctr"/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algn="ctr"/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2175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14</TotalTime>
  <Words>27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Cuong Luong</cp:lastModifiedBy>
  <cp:revision>3</cp:revision>
  <cp:lastPrinted>2025-11-07T12:41:28Z</cp:lastPrinted>
  <dcterms:created xsi:type="dcterms:W3CDTF">2025-11-07T12:34:06Z</dcterms:created>
  <dcterms:modified xsi:type="dcterms:W3CDTF">2025-11-12T02:55:54Z</dcterms:modified>
</cp:coreProperties>
</file>