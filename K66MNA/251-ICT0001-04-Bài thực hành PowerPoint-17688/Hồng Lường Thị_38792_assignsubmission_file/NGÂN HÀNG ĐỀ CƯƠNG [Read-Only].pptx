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2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1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1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6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6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8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2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4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7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13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7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6408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3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6606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34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18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0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ACA28-6522-40C7-A258-C8FCE17833F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5E2B8A7-D156-42E0-B129-6AFD935BD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27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F8786D-6F2D-487A-363A-3D46D19B3188}"/>
              </a:ext>
            </a:extLst>
          </p:cNvPr>
          <p:cNvSpPr txBox="1"/>
          <p:nvPr/>
        </p:nvSpPr>
        <p:spPr>
          <a:xfrm>
            <a:off x="463137" y="1591294"/>
            <a:ext cx="241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rgbClr val="000000"/>
                </a:solidFill>
                <a:effectLst/>
                <a:latin typeface="TimesNewRomanPS-BoldItalicMT"/>
              </a:rPr>
              <a:t>Slide 1:</a:t>
            </a:r>
            <a:endParaRPr lang="en-US" sz="20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26230-CBD9-5D69-DC5B-68D4B2084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28" y="2268187"/>
            <a:ext cx="6020790" cy="38238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F6BEF0-3485-49A2-1ED3-830207D04D64}"/>
              </a:ext>
            </a:extLst>
          </p:cNvPr>
          <p:cNvSpPr txBox="1"/>
          <p:nvPr/>
        </p:nvSpPr>
        <p:spPr>
          <a:xfrm>
            <a:off x="4868883" y="970126"/>
            <a:ext cx="3693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TimesNewRomanPS-BoldMT"/>
              </a:rPr>
              <a:t>PHẦN POWERPOINT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9180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C4E38-3733-2F69-92DF-64B6E2A961C3}"/>
              </a:ext>
            </a:extLst>
          </p:cNvPr>
          <p:cNvSpPr txBox="1"/>
          <p:nvPr/>
        </p:nvSpPr>
        <p:spPr>
          <a:xfrm>
            <a:off x="1211283" y="2434442"/>
            <a:ext cx="53320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È </a:t>
            </a:r>
            <a:r>
              <a:rPr lang="it-IT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Microsoft Powerpoint </a:t>
            </a:r>
            <a:endParaRPr lang="it-IT" sz="2800" dirty="0"/>
          </a:p>
          <a:p>
            <a:r>
              <a:rPr lang="it-IT" sz="280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È </a:t>
            </a:r>
            <a:r>
              <a:rPr lang="it-IT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Microsoft Excel </a:t>
            </a:r>
            <a:endParaRPr lang="it-IT" sz="2800" dirty="0"/>
          </a:p>
          <a:p>
            <a:r>
              <a:rPr lang="it-IT" sz="2800" dirty="0">
                <a:solidFill>
                  <a:srgbClr val="000000"/>
                </a:solidFill>
                <a:effectLst/>
                <a:latin typeface="Wingdings" panose="05000000000000000000" pitchFamily="2" charset="2"/>
              </a:rPr>
              <a:t>È </a:t>
            </a:r>
            <a:r>
              <a:rPr lang="it-IT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Microsoft Word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2E905-F5EF-5DF8-104B-650B18ACAC6A}"/>
              </a:ext>
            </a:extLst>
          </p:cNvPr>
          <p:cNvSpPr txBox="1"/>
          <p:nvPr/>
        </p:nvSpPr>
        <p:spPr>
          <a:xfrm>
            <a:off x="950026" y="997527"/>
            <a:ext cx="180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rgbClr val="000000"/>
                </a:solidFill>
                <a:effectLst/>
                <a:latin typeface="TimesNewRomanPS-BoldItalicMT"/>
              </a:rPr>
              <a:t>Slide 2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NewRomanPS-BoldItalicMT"/>
              </a:rPr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3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C2A4C7-D3E9-6A5E-2E4A-35AEEFC6C0D0}"/>
              </a:ext>
            </a:extLst>
          </p:cNvPr>
          <p:cNvSpPr txBox="1"/>
          <p:nvPr/>
        </p:nvSpPr>
        <p:spPr>
          <a:xfrm>
            <a:off x="831273" y="4916384"/>
            <a:ext cx="478575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rgbClr val="000000"/>
                </a:solidFill>
                <a:effectLst/>
                <a:latin typeface="TimesNewRomanPS-BoldItalicMT"/>
              </a:rPr>
              <a:t>Slide 3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TimesNewRomanPS-BoldItalicMT"/>
              </a:rPr>
              <a:t>:</a:t>
            </a:r>
          </a:p>
          <a:p>
            <a:endParaRPr lang="en-US" sz="2800" b="1" i="1" dirty="0">
              <a:solidFill>
                <a:srgbClr val="000000"/>
              </a:solidFill>
              <a:latin typeface="TimesNewRomanPS-BoldItalicMT"/>
            </a:endParaRPr>
          </a:p>
          <a:p>
            <a:r>
              <a:rPr lang="en-US" sz="2800" b="1" i="1" dirty="0">
                <a:solidFill>
                  <a:srgbClr val="000000"/>
                </a:solidFill>
                <a:latin typeface="TimesNewRomanPS-BoldItalicMT"/>
              </a:rPr>
              <a:t>09/11/2025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7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929</TotalTime>
  <Words>21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Times New Roman</vt:lpstr>
      <vt:lpstr>TimesNewRomanPS-BoldItalicMT</vt:lpstr>
      <vt:lpstr>TimesNewRomanPS-BoldMT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Hanh Tuyet</dc:creator>
  <cp:lastModifiedBy>Administrator</cp:lastModifiedBy>
  <cp:revision>3</cp:revision>
  <dcterms:created xsi:type="dcterms:W3CDTF">2025-11-10T08:06:22Z</dcterms:created>
  <dcterms:modified xsi:type="dcterms:W3CDTF">2025-11-12T03:58:48Z</dcterms:modified>
</cp:coreProperties>
</file>