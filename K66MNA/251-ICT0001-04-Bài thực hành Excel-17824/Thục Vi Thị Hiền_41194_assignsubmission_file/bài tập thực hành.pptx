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0E50-CBA2-D988-4829-EA0A61C38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B7851-EAAA-12AD-4083-98FF6E44C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E205-4DA9-5FCC-44BF-8A79BC93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8F38D-8E0D-CCE6-E141-EA72023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B1F00-1BF7-DDAF-ECAD-3CAC29DD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8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68C8-E732-81E1-84F9-8A0084EB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DEBD-8300-3577-AEF0-D4CC7366F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F495-4E15-4553-943F-A1D39585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5E29-D252-9B39-285F-AA4E55BC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61C9-4978-5249-B7EB-EB95AFCA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F186-2D26-8EA9-1E84-7B7DC49D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4CAC-36E7-D399-1D65-26900640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2B5B-8B87-1ABC-0CFF-368740E6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5F6B7-200E-74EF-77E4-784721F8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A49F4-CFD0-9523-B28F-3C36BC7F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49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7027-BEF9-F397-720C-52C2CF62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D16E-EC45-A275-D4DD-472E9B3C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B0041-A77F-2B2D-A50B-8E0C5DE5B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9D84A-8765-1701-D8DE-BA231C2A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93D27-DFA4-7AFD-6563-00984C8A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56884-2062-135E-50B4-8D0204A0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5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0C01-4AED-9E8D-3014-36F5A0BD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16322-15E3-7E5C-EB0D-0475094A5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9DCF-ADFA-EB06-047E-F1867451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C018B-9247-A0F1-B137-645A943B8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EDDBA-F076-E1D8-3ED7-76A039FAE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A7590-8E04-C1DF-ECBB-95A577FD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EEF45-2273-68CD-2A16-2E246A1D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3B950-95EF-A4C1-2942-8C609908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6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02CB-6C20-5423-CCB8-2D88285E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B48C0-D182-C98F-A0EB-CB393418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C13E5-DD4F-886C-C417-4F046C57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8DF19-2B9F-CFB8-7E75-64E5CAB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5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5D422-5389-2ADF-91EC-38B5611C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FCFE4-5F37-23FC-67E9-09A59012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D8D4A-B720-C867-353A-7DCC5058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6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EDEC-B675-3D59-34B4-D4FEDEE6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4A37-5863-EDF5-CF8C-62494CA82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09306-9A90-B502-2135-825515828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68DEB-51A4-D06F-9796-716BB9DD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B11C0-A047-7E59-4D98-995B0ABC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3ED85-8A75-6A89-6436-2B8CFF10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8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8E17-2CF2-47C7-DFC6-58294BC1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1B2A6-6129-F9E6-8045-6C1400091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7BDA9-B21A-CA93-A8E3-AB4C5AD3F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A5328-BE74-C54E-7415-D9791613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53478-0EDF-F635-3BDC-026B4F0F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8585-FFA1-5567-6955-16C4A8A3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1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1DFE-6356-5204-0D47-C51C13A8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69725-E861-CD07-3007-00EC29BDE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11AAA-9A2C-2018-4220-306D3565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95D8-75C4-2414-EDED-A748DE6A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9DE01-9010-F347-54E6-59E90145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3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D2466-7ED2-616C-6589-86A7D45F4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0262C-2754-315F-1C45-EA5CC00D5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C10E1-1CA1-A1F9-A5EB-55DAA9D5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6B05-BEB7-865A-2BB9-F29286E4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FF53-A42E-7010-FA12-A04C6DB2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B7926-21A5-6997-41A6-7886DA5F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C6D19-C34B-DC88-F482-A4AF3532A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636FB-D5DB-D026-37B0-F46C3512D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8557B-F9CC-415F-AADA-F105AC8A19BA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D96B-FCEC-327D-1E62-A22EBEDD8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4DE16-73DB-C987-E22F-C2E2209C9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1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95CE4E-13D8-DBAB-1BE7-CCA86CF19ED2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FA212-97EA-D2F7-D807-E93B5320E11C}"/>
              </a:ext>
            </a:extLst>
          </p:cNvPr>
          <p:cNvSpPr/>
          <p:nvPr/>
        </p:nvSpPr>
        <p:spPr>
          <a:xfrm>
            <a:off x="2663200" y="2136338"/>
            <a:ext cx="7050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NGÂN HÀNG ĐỀ THI</a:t>
            </a:r>
            <a:b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VẤN ĐÁP</a:t>
            </a:r>
            <a:b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 HỌC ĐẠI CƯƠNG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4689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5125D79-394B-09C3-A696-2032C1B7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973" y="3092264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6700" dirty="0">
                <a:sym typeface="Wingdings" panose="05000000000000000000" pitchFamily="2" charset="2"/>
              </a:rPr>
              <a:t> </a:t>
            </a: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</a:t>
            </a:r>
            <a:r>
              <a:rPr lang="en-US" sz="67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b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 Microsoft Excel </a:t>
            </a:r>
            <a:b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 Microsoft Word</a:t>
            </a:r>
            <a:br>
              <a:rPr lang="en-US" sz="1800" dirty="0">
                <a:sym typeface="Wingdings" panose="05000000000000000000" pitchFamily="2" charset="2"/>
              </a:rPr>
            </a:br>
            <a:br>
              <a:rPr lang="en-US" sz="1800" dirty="0">
                <a:sym typeface="Wingdings" panose="05000000000000000000" pitchFamily="2" charset="2"/>
              </a:rPr>
            </a:br>
            <a:r>
              <a:rPr lang="en-US" sz="1800" dirty="0">
                <a:sym typeface="Wingdings" panose="05000000000000000000" pitchFamily="2" charset="2"/>
              </a:rPr>
              <a:t>      </a:t>
            </a:r>
            <a:br>
              <a:rPr lang="en-US" sz="1800" dirty="0">
                <a:sym typeface="Wingdings" panose="05000000000000000000" pitchFamily="2" charset="2"/>
              </a:rPr>
            </a:br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A9C3EB-C24A-E7FB-739D-0AFC2EE74C2A}"/>
              </a:ext>
            </a:extLst>
          </p:cNvPr>
          <p:cNvSpPr txBox="1">
            <a:spLocks/>
          </p:cNvSpPr>
          <p:nvPr/>
        </p:nvSpPr>
        <p:spPr>
          <a:xfrm>
            <a:off x="641497" y="4550734"/>
            <a:ext cx="9144000" cy="1010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2272531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E524-B986-55DA-D7F9-EE5B33B3B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Microsoft </a:t>
            </a:r>
            <a:r>
              <a:rPr lang="en-US" dirty="0" err="1"/>
              <a:t>Powerpoint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9B9B48-3F46-B721-3C0E-0F213978B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149" y="6409033"/>
            <a:ext cx="9144000" cy="353274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6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FA86-6184-595D-12C4-EDD27D65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48837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13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 Microsoft Powerpoint      Microsoft Excel       Microsoft Word         </vt:lpstr>
      <vt:lpstr>Microsoft Powerpoint</vt:lpstr>
      <vt:lpstr>Thứ 4, ngày 5 tháng 11 năm 2025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Cà</dc:creator>
  <cp:lastModifiedBy>Thu Cà</cp:lastModifiedBy>
  <cp:revision>3</cp:revision>
  <dcterms:created xsi:type="dcterms:W3CDTF">2025-11-05T02:43:46Z</dcterms:created>
  <dcterms:modified xsi:type="dcterms:W3CDTF">2025-11-05T03:23:16Z</dcterms:modified>
</cp:coreProperties>
</file>