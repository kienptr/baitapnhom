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  <p:sldMasterId id="2147483686" r:id="rId2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547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586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09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17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267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184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002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36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76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93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9488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453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1567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144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371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563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0955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6887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9970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536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5156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1698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9547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6036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22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8108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68069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7388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56935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6383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2786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6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84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06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D55A2-B9D2-8C32-A888-5234BC0B3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7903" y="-1280595"/>
            <a:ext cx="8791575" cy="2387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PHẦN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DB1B7-9AE8-31AD-EAD1-4C8DD98C0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630" y="1305406"/>
            <a:ext cx="8791575" cy="1655762"/>
          </a:xfrm>
        </p:spPr>
        <p:txBody>
          <a:bodyPr>
            <a:normAutofit/>
          </a:bodyPr>
          <a:lstStyle/>
          <a:p>
            <a:r>
              <a:rPr lang="en-US" sz="2800" b="1" i="1" u="sng" dirty="0">
                <a:solidFill>
                  <a:schemeClr val="tx1"/>
                </a:solidFill>
              </a:rPr>
              <a:t>Slide 1: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92C1A-7B70-3F22-5646-BE2CBE2F89CF}"/>
              </a:ext>
            </a:extLst>
          </p:cNvPr>
          <p:cNvSpPr txBox="1"/>
          <p:nvPr/>
        </p:nvSpPr>
        <p:spPr>
          <a:xfrm>
            <a:off x="3426594" y="2046660"/>
            <a:ext cx="5630779" cy="2056917"/>
          </a:xfrm>
          <a:prstGeom prst="rect">
            <a:avLst/>
          </a:prstGeom>
          <a:noFill/>
          <a:effectLst>
            <a:outerShdw blurRad="25400" dist="127000" dir="2700000" algn="tl" rotWithShape="0">
              <a:schemeClr val="bg1">
                <a:lumMod val="50000"/>
                <a:alpha val="51000"/>
              </a:schemeClr>
            </a:outerShdw>
          </a:effectLst>
        </p:spPr>
        <p:txBody>
          <a:bodyPr wrap="square" rtlCol="0">
            <a:prstTxWarp prst="textButton">
              <a:avLst>
                <a:gd name="adj" fmla="val 10663652"/>
              </a:avLst>
            </a:prstTxWarp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  </a:t>
            </a:r>
            <a:r>
              <a:rPr lang="en-US" sz="40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.VnBook-Antiqua" panose="020B7200000000000000" pitchFamily="34" charset="0"/>
              </a:rPr>
              <a:t>NGÂN HÀNG ĐỀ THI  </a:t>
            </a:r>
          </a:p>
          <a:p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.VnBook-Antiqua" panose="020B7200000000000000" pitchFamily="34" charset="0"/>
              </a:rPr>
              <a:t>                             </a:t>
            </a:r>
            <a:r>
              <a:rPr lang="en-US" sz="40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.VnBook-Antiqua" panose="020B7200000000000000" pitchFamily="34" charset="0"/>
              </a:rPr>
              <a:t>VẤN ĐÁP</a:t>
            </a:r>
          </a:p>
          <a:p>
            <a:r>
              <a:rPr lang="en-US" sz="40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.VnBook-Antiqua" panose="020B7200000000000000" pitchFamily="34" charset="0"/>
              </a:rPr>
              <a:t>     TIN HỌC ĐẠI CƯƠNG</a:t>
            </a:r>
          </a:p>
        </p:txBody>
      </p:sp>
    </p:spTree>
    <p:extLst>
      <p:ext uri="{BB962C8B-B14F-4D97-AF65-F5344CB8AC3E}">
        <p14:creationId xmlns:p14="http://schemas.microsoft.com/office/powerpoint/2010/main" val="95627681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0B7D9-37E8-7B4A-CFFF-B175C6B8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92" y="1203320"/>
            <a:ext cx="8911687" cy="1280890"/>
          </a:xfrm>
        </p:spPr>
        <p:txBody>
          <a:bodyPr>
            <a:normAutofit/>
          </a:bodyPr>
          <a:lstStyle/>
          <a:p>
            <a:r>
              <a:rPr lang="en-US" sz="2800" b="1" i="1" u="sng" dirty="0"/>
              <a:t>Slide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9025C-3F42-A668-9A56-6CE23FFD8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8302" y="-187843"/>
            <a:ext cx="9452527" cy="50929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400" dirty="0">
                <a:sym typeface="Wingdings" panose="05000000000000000000" pitchFamily="2" charset="2"/>
              </a:rPr>
              <a:t></a:t>
            </a:r>
            <a:r>
              <a:rPr lang="en-US" sz="11100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endParaRPr lang="en-US" sz="4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4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4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4400" dirty="0">
                <a:sym typeface="Wingdings" panose="05000000000000000000" pitchFamily="2" charset="2"/>
              </a:rPr>
              <a:t> Microsoft </a:t>
            </a:r>
          </a:p>
          <a:p>
            <a:pPr marL="0" indent="0">
              <a:buNone/>
            </a:pPr>
            <a:endParaRPr lang="en-US" sz="4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4400" dirty="0">
                <a:sym typeface="Wingdings" panose="05000000000000000000" pitchFamily="2" charset="2"/>
              </a:rPr>
              <a:t>    Excel </a:t>
            </a:r>
          </a:p>
          <a:p>
            <a:pPr marL="0" indent="0">
              <a:buNone/>
            </a:pPr>
            <a:endParaRPr lang="en-US" sz="4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4400" dirty="0">
                <a:sym typeface="Wingdings" panose="05000000000000000000" pitchFamily="2" charset="2"/>
              </a:rPr>
              <a:t> Microsoft</a:t>
            </a:r>
          </a:p>
          <a:p>
            <a:pPr marL="0" indent="0">
              <a:buNone/>
            </a:pPr>
            <a:endParaRPr lang="en-US" sz="4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4400" dirty="0">
                <a:sym typeface="Wingdings" panose="05000000000000000000" pitchFamily="2" charset="2"/>
              </a:rPr>
              <a:t>Word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sz="44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È"/>
            </a:pPr>
            <a:endParaRPr lang="en-US" sz="3900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54B89D2A-3D33-C574-1DD9-CFFE250FE183}"/>
              </a:ext>
            </a:extLst>
          </p:cNvPr>
          <p:cNvSpPr/>
          <p:nvPr/>
        </p:nvSpPr>
        <p:spPr>
          <a:xfrm>
            <a:off x="7668621" y="1199313"/>
            <a:ext cx="3965944" cy="11593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Microsoft</a:t>
            </a:r>
          </a:p>
          <a:p>
            <a:pPr algn="ctr"/>
            <a:endParaRPr lang="en-US" sz="4400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44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4400" u="sng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Powerpoint</a:t>
            </a:r>
            <a:endParaRPr lang="en-US" sz="4400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632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06AC-A6E8-FBFA-EFF6-604F3BF76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325" y="687610"/>
            <a:ext cx="8911687" cy="1280890"/>
          </a:xfrm>
        </p:spPr>
        <p:txBody>
          <a:bodyPr/>
          <a:lstStyle/>
          <a:p>
            <a:r>
              <a:rPr lang="en-US" b="1" i="1" u="sng" dirty="0"/>
              <a:t>Slide 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1A194-BE50-356D-9AAC-567E875F2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612" y="1752600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i="1" dirty="0"/>
              <a:t>12/11/2025</a:t>
            </a:r>
          </a:p>
        </p:txBody>
      </p:sp>
    </p:spTree>
    <p:extLst>
      <p:ext uri="{BB962C8B-B14F-4D97-AF65-F5344CB8AC3E}">
        <p14:creationId xmlns:p14="http://schemas.microsoft.com/office/powerpoint/2010/main" val="434484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</TotalTime>
  <Words>36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.VnBook-Antiqua</vt:lpstr>
      <vt:lpstr>Arial</vt:lpstr>
      <vt:lpstr>Century Gothic</vt:lpstr>
      <vt:lpstr>Wingdings</vt:lpstr>
      <vt:lpstr>Wingdings 3</vt:lpstr>
      <vt:lpstr>Wisp</vt:lpstr>
      <vt:lpstr>1_Wisp</vt:lpstr>
      <vt:lpstr>PHẦN POWERPOINT</vt:lpstr>
      <vt:lpstr>Slide 2:</vt:lpstr>
      <vt:lpstr>Slide 3: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PHẦN POWERPOINT</dc:title>
  <dc:creator>Administrator</dc:creator>
  <cp:lastModifiedBy>Administrator</cp:lastModifiedBy>
  <cp:revision>1</cp:revision>
  <dcterms:created xsi:type="dcterms:W3CDTF">2025-11-12T01:00:13Z</dcterms:created>
  <dcterms:modified xsi:type="dcterms:W3CDTF">2025-11-12T02:04:22Z</dcterms:modified>
</cp:coreProperties>
</file>