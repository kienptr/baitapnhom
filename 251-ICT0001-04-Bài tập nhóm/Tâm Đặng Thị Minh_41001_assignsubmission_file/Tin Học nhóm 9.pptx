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1"/>
  </p:sldMasterIdLst>
  <p:notesMasterIdLst>
    <p:notesMasterId r:id="rId13"/>
  </p:notesMasterIdLst>
  <p:sldIdLst>
    <p:sldId id="263" r:id="rId2"/>
    <p:sldId id="257" r:id="rId3"/>
    <p:sldId id="258" r:id="rId4"/>
    <p:sldId id="259" r:id="rId5"/>
    <p:sldId id="260" r:id="rId6"/>
    <p:sldId id="261" r:id="rId7"/>
    <p:sldId id="262"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ip ." initials="c." lastIdx="1" clrIdx="0">
    <p:extLst>
      <p:ext uri="{19B8F6BF-5375-455C-9EA6-DF929625EA0E}">
        <p15:presenceInfo xmlns:p15="http://schemas.microsoft.com/office/powerpoint/2012/main" userId="220298a31f49d68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E412F8-89D3-43B8-AAFD-9206C2F77336}" type="datetimeFigureOut">
              <a:rPr lang="en-US" smtClean="0"/>
              <a:t>12/30/2025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66A8A-3DD5-4CD3-8A71-7C5D9DDAC7DC}" type="slidenum">
              <a:rPr lang="en-US" smtClean="0"/>
              <a:t>‹#›</a:t>
            </a:fld>
            <a:endParaRPr lang="en-US"/>
          </a:p>
        </p:txBody>
      </p:sp>
    </p:spTree>
    <p:extLst>
      <p:ext uri="{BB962C8B-B14F-4D97-AF65-F5344CB8AC3E}">
        <p14:creationId xmlns:p14="http://schemas.microsoft.com/office/powerpoint/2010/main" val="152224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3928130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1643503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404605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559340-5F3C-4946-841F-6081BD9375CB}"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700940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559340-5F3C-4946-841F-6081BD9375CB}"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2844309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559340-5F3C-4946-841F-6081BD9375CB}"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376801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559340-5F3C-4946-841F-6081BD9375CB}"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131444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559340-5F3C-4946-841F-6081BD9375CB}"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1794983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559340-5F3C-4946-841F-6081BD9375CB}"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8267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105399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51787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2458541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1474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3632193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725354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559340-5F3C-4946-841F-6081BD9375CB}"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C308D6-8B2E-46A6-9217-1D354005B12B}" type="slidenum">
              <a:rPr lang="en-US" smtClean="0"/>
              <a:t>‹#›</a:t>
            </a:fld>
            <a:endParaRPr lang="en-US"/>
          </a:p>
        </p:txBody>
      </p:sp>
    </p:spTree>
    <p:extLst>
      <p:ext uri="{BB962C8B-B14F-4D97-AF65-F5344CB8AC3E}">
        <p14:creationId xmlns:p14="http://schemas.microsoft.com/office/powerpoint/2010/main" val="277285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E559340-5F3C-4946-841F-6081BD9375CB}" type="datetimeFigureOut">
              <a:rPr lang="en-US" smtClean="0"/>
              <a:t>12/30/2025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C308D6-8B2E-46A6-9217-1D354005B12B}" type="slidenum">
              <a:rPr lang="en-US" smtClean="0"/>
              <a:t>‹#›</a:t>
            </a:fld>
            <a:endParaRPr lang="en-US"/>
          </a:p>
        </p:txBody>
      </p:sp>
    </p:spTree>
    <p:extLst>
      <p:ext uri="{BB962C8B-B14F-4D97-AF65-F5344CB8AC3E}">
        <p14:creationId xmlns:p14="http://schemas.microsoft.com/office/powerpoint/2010/main" val="1737904177"/>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C8B985C3-AAD1-F9D2-EFB5-724840496DA6}"/>
              </a:ext>
            </a:extLst>
          </p:cNvPr>
          <p:cNvPicPr>
            <a:picLocks noChangeAspect="1"/>
          </p:cNvPicPr>
          <p:nvPr/>
        </p:nvPicPr>
        <p:blipFill>
          <a:blip r:embed="rId2">
            <a:extLst>
              <a:ext uri="{28A0092B-C50C-407E-A947-70E740481C1C}">
                <a14:useLocalDpi xmlns:a14="http://schemas.microsoft.com/office/drawing/2010/main" val="0"/>
              </a:ext>
            </a:extLst>
          </a:blip>
          <a:srcRect l="4985" t="20794" r="88287" b="5716"/>
          <a:stretch>
            <a:fillRect/>
          </a:stretch>
        </p:blipFill>
        <p:spPr>
          <a:xfrm>
            <a:off x="533400" y="1426028"/>
            <a:ext cx="720000" cy="5040000"/>
          </a:xfrm>
          <a:custGeom>
            <a:avLst/>
            <a:gdLst>
              <a:gd name="connsiteX0" fmla="*/ 120002 w 720000"/>
              <a:gd name="connsiteY0" fmla="*/ 0 h 5040000"/>
              <a:gd name="connsiteX1" fmla="*/ 599998 w 720000"/>
              <a:gd name="connsiteY1" fmla="*/ 0 h 5040000"/>
              <a:gd name="connsiteX2" fmla="*/ 720000 w 720000"/>
              <a:gd name="connsiteY2" fmla="*/ 120002 h 5040000"/>
              <a:gd name="connsiteX3" fmla="*/ 720000 w 720000"/>
              <a:gd name="connsiteY3" fmla="*/ 4919998 h 5040000"/>
              <a:gd name="connsiteX4" fmla="*/ 599998 w 720000"/>
              <a:gd name="connsiteY4" fmla="*/ 5040000 h 5040000"/>
              <a:gd name="connsiteX5" fmla="*/ 120002 w 720000"/>
              <a:gd name="connsiteY5" fmla="*/ 5040000 h 5040000"/>
              <a:gd name="connsiteX6" fmla="*/ 0 w 720000"/>
              <a:gd name="connsiteY6" fmla="*/ 4919998 h 5040000"/>
              <a:gd name="connsiteX7" fmla="*/ 0 w 720000"/>
              <a:gd name="connsiteY7" fmla="*/ 120002 h 5040000"/>
              <a:gd name="connsiteX8" fmla="*/ 120002 w 720000"/>
              <a:gd name="connsiteY8"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5040000">
                <a:moveTo>
                  <a:pt x="120002" y="0"/>
                </a:moveTo>
                <a:lnTo>
                  <a:pt x="599998" y="0"/>
                </a:lnTo>
                <a:cubicBezTo>
                  <a:pt x="666273" y="0"/>
                  <a:pt x="720000" y="53727"/>
                  <a:pt x="720000" y="120002"/>
                </a:cubicBezTo>
                <a:lnTo>
                  <a:pt x="720000" y="4919998"/>
                </a:lnTo>
                <a:cubicBezTo>
                  <a:pt x="720000" y="4986273"/>
                  <a:pt x="666273" y="5040000"/>
                  <a:pt x="599998" y="5040000"/>
                </a:cubicBezTo>
                <a:lnTo>
                  <a:pt x="120002" y="5040000"/>
                </a:lnTo>
                <a:cubicBezTo>
                  <a:pt x="53727" y="5040000"/>
                  <a:pt x="0" y="4986273"/>
                  <a:pt x="0" y="4919998"/>
                </a:cubicBezTo>
                <a:lnTo>
                  <a:pt x="0" y="120002"/>
                </a:lnTo>
                <a:cubicBezTo>
                  <a:pt x="0" y="53727"/>
                  <a:pt x="53727" y="0"/>
                  <a:pt x="120002" y="0"/>
                </a:cubicBezTo>
                <a:close/>
              </a:path>
            </a:pathLst>
          </a:custGeom>
        </p:spPr>
      </p:pic>
      <p:pic>
        <p:nvPicPr>
          <p:cNvPr id="32" name="Picture 31">
            <a:extLst>
              <a:ext uri="{FF2B5EF4-FFF2-40B4-BE49-F238E27FC236}">
                <a16:creationId xmlns:a16="http://schemas.microsoft.com/office/drawing/2014/main" id="{47E88336-DAE9-4B0F-908C-F6B86197E03E}"/>
              </a:ext>
            </a:extLst>
          </p:cNvPr>
          <p:cNvPicPr>
            <a:picLocks noChangeAspect="1"/>
          </p:cNvPicPr>
          <p:nvPr/>
        </p:nvPicPr>
        <p:blipFill>
          <a:blip r:embed="rId2">
            <a:extLst>
              <a:ext uri="{28A0092B-C50C-407E-A947-70E740481C1C}">
                <a14:useLocalDpi xmlns:a14="http://schemas.microsoft.com/office/drawing/2010/main" val="0"/>
              </a:ext>
            </a:extLst>
          </a:blip>
          <a:srcRect l="20273" t="20794" r="72998" b="5716"/>
          <a:stretch>
            <a:fillRect/>
          </a:stretch>
        </p:blipFill>
        <p:spPr>
          <a:xfrm>
            <a:off x="2169346" y="1426028"/>
            <a:ext cx="720000" cy="5040000"/>
          </a:xfrm>
          <a:custGeom>
            <a:avLst/>
            <a:gdLst>
              <a:gd name="connsiteX0" fmla="*/ 120002 w 720000"/>
              <a:gd name="connsiteY0" fmla="*/ 0 h 5040000"/>
              <a:gd name="connsiteX1" fmla="*/ 599998 w 720000"/>
              <a:gd name="connsiteY1" fmla="*/ 0 h 5040000"/>
              <a:gd name="connsiteX2" fmla="*/ 720000 w 720000"/>
              <a:gd name="connsiteY2" fmla="*/ 120002 h 5040000"/>
              <a:gd name="connsiteX3" fmla="*/ 720000 w 720000"/>
              <a:gd name="connsiteY3" fmla="*/ 4919998 h 5040000"/>
              <a:gd name="connsiteX4" fmla="*/ 599998 w 720000"/>
              <a:gd name="connsiteY4" fmla="*/ 5040000 h 5040000"/>
              <a:gd name="connsiteX5" fmla="*/ 120002 w 720000"/>
              <a:gd name="connsiteY5" fmla="*/ 5040000 h 5040000"/>
              <a:gd name="connsiteX6" fmla="*/ 0 w 720000"/>
              <a:gd name="connsiteY6" fmla="*/ 4919998 h 5040000"/>
              <a:gd name="connsiteX7" fmla="*/ 0 w 720000"/>
              <a:gd name="connsiteY7" fmla="*/ 120002 h 5040000"/>
              <a:gd name="connsiteX8" fmla="*/ 120002 w 720000"/>
              <a:gd name="connsiteY8"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5040000">
                <a:moveTo>
                  <a:pt x="120002" y="0"/>
                </a:moveTo>
                <a:lnTo>
                  <a:pt x="599998" y="0"/>
                </a:lnTo>
                <a:cubicBezTo>
                  <a:pt x="666273" y="0"/>
                  <a:pt x="720000" y="53727"/>
                  <a:pt x="720000" y="120002"/>
                </a:cubicBezTo>
                <a:lnTo>
                  <a:pt x="720000" y="4919998"/>
                </a:lnTo>
                <a:cubicBezTo>
                  <a:pt x="720000" y="4986273"/>
                  <a:pt x="666273" y="5040000"/>
                  <a:pt x="599998" y="5040000"/>
                </a:cubicBezTo>
                <a:lnTo>
                  <a:pt x="120002" y="5040000"/>
                </a:lnTo>
                <a:cubicBezTo>
                  <a:pt x="53727" y="5040000"/>
                  <a:pt x="0" y="4986273"/>
                  <a:pt x="0" y="4919998"/>
                </a:cubicBezTo>
                <a:lnTo>
                  <a:pt x="0" y="120002"/>
                </a:lnTo>
                <a:cubicBezTo>
                  <a:pt x="0" y="53727"/>
                  <a:pt x="53727" y="0"/>
                  <a:pt x="120002" y="0"/>
                </a:cubicBezTo>
                <a:close/>
              </a:path>
            </a:pathLst>
          </a:custGeom>
        </p:spPr>
      </p:pic>
      <p:pic>
        <p:nvPicPr>
          <p:cNvPr id="31" name="Picture 30">
            <a:extLst>
              <a:ext uri="{FF2B5EF4-FFF2-40B4-BE49-F238E27FC236}">
                <a16:creationId xmlns:a16="http://schemas.microsoft.com/office/drawing/2014/main" id="{C3C74FDC-5D68-DB48-D22B-389F67BC936C}"/>
              </a:ext>
            </a:extLst>
          </p:cNvPr>
          <p:cNvPicPr>
            <a:picLocks noChangeAspect="1"/>
          </p:cNvPicPr>
          <p:nvPr/>
        </p:nvPicPr>
        <p:blipFill>
          <a:blip r:embed="rId2">
            <a:extLst>
              <a:ext uri="{28A0092B-C50C-407E-A947-70E740481C1C}">
                <a14:useLocalDpi xmlns:a14="http://schemas.microsoft.com/office/drawing/2010/main" val="0"/>
              </a:ext>
            </a:extLst>
          </a:blip>
          <a:srcRect l="35561" t="20794" r="57710" b="5716"/>
          <a:stretch>
            <a:fillRect/>
          </a:stretch>
        </p:blipFill>
        <p:spPr>
          <a:xfrm>
            <a:off x="3805292" y="1426028"/>
            <a:ext cx="720000" cy="5040000"/>
          </a:xfrm>
          <a:custGeom>
            <a:avLst/>
            <a:gdLst>
              <a:gd name="connsiteX0" fmla="*/ 120002 w 720000"/>
              <a:gd name="connsiteY0" fmla="*/ 0 h 5040000"/>
              <a:gd name="connsiteX1" fmla="*/ 599998 w 720000"/>
              <a:gd name="connsiteY1" fmla="*/ 0 h 5040000"/>
              <a:gd name="connsiteX2" fmla="*/ 720000 w 720000"/>
              <a:gd name="connsiteY2" fmla="*/ 120002 h 5040000"/>
              <a:gd name="connsiteX3" fmla="*/ 720000 w 720000"/>
              <a:gd name="connsiteY3" fmla="*/ 4919998 h 5040000"/>
              <a:gd name="connsiteX4" fmla="*/ 599998 w 720000"/>
              <a:gd name="connsiteY4" fmla="*/ 5040000 h 5040000"/>
              <a:gd name="connsiteX5" fmla="*/ 120002 w 720000"/>
              <a:gd name="connsiteY5" fmla="*/ 5040000 h 5040000"/>
              <a:gd name="connsiteX6" fmla="*/ 0 w 720000"/>
              <a:gd name="connsiteY6" fmla="*/ 4919998 h 5040000"/>
              <a:gd name="connsiteX7" fmla="*/ 0 w 720000"/>
              <a:gd name="connsiteY7" fmla="*/ 120002 h 5040000"/>
              <a:gd name="connsiteX8" fmla="*/ 120002 w 720000"/>
              <a:gd name="connsiteY8"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5040000">
                <a:moveTo>
                  <a:pt x="120002" y="0"/>
                </a:moveTo>
                <a:lnTo>
                  <a:pt x="599998" y="0"/>
                </a:lnTo>
                <a:cubicBezTo>
                  <a:pt x="666273" y="0"/>
                  <a:pt x="720000" y="53727"/>
                  <a:pt x="720000" y="120002"/>
                </a:cubicBezTo>
                <a:lnTo>
                  <a:pt x="720000" y="4919998"/>
                </a:lnTo>
                <a:cubicBezTo>
                  <a:pt x="720000" y="4986273"/>
                  <a:pt x="666273" y="5040000"/>
                  <a:pt x="599998" y="5040000"/>
                </a:cubicBezTo>
                <a:lnTo>
                  <a:pt x="120002" y="5040000"/>
                </a:lnTo>
                <a:cubicBezTo>
                  <a:pt x="53727" y="5040000"/>
                  <a:pt x="0" y="4986273"/>
                  <a:pt x="0" y="4919998"/>
                </a:cubicBezTo>
                <a:lnTo>
                  <a:pt x="0" y="120002"/>
                </a:lnTo>
                <a:cubicBezTo>
                  <a:pt x="0" y="53727"/>
                  <a:pt x="53727" y="0"/>
                  <a:pt x="120002" y="0"/>
                </a:cubicBezTo>
                <a:close/>
              </a:path>
            </a:pathLst>
          </a:custGeom>
        </p:spPr>
      </p:pic>
      <p:pic>
        <p:nvPicPr>
          <p:cNvPr id="30" name="Picture 29">
            <a:extLst>
              <a:ext uri="{FF2B5EF4-FFF2-40B4-BE49-F238E27FC236}">
                <a16:creationId xmlns:a16="http://schemas.microsoft.com/office/drawing/2014/main" id="{98818DE0-5558-319B-D63D-7A56E10023DD}"/>
              </a:ext>
            </a:extLst>
          </p:cNvPr>
          <p:cNvPicPr>
            <a:picLocks noChangeAspect="1"/>
          </p:cNvPicPr>
          <p:nvPr/>
        </p:nvPicPr>
        <p:blipFill>
          <a:blip r:embed="rId2">
            <a:extLst>
              <a:ext uri="{28A0092B-C50C-407E-A947-70E740481C1C}">
                <a14:useLocalDpi xmlns:a14="http://schemas.microsoft.com/office/drawing/2010/main" val="0"/>
              </a:ext>
            </a:extLst>
          </a:blip>
          <a:srcRect l="50631" t="20794" r="42640" b="5716"/>
          <a:stretch>
            <a:fillRect/>
          </a:stretch>
        </p:blipFill>
        <p:spPr>
          <a:xfrm>
            <a:off x="5417844" y="1426028"/>
            <a:ext cx="720000" cy="5040000"/>
          </a:xfrm>
          <a:custGeom>
            <a:avLst/>
            <a:gdLst>
              <a:gd name="connsiteX0" fmla="*/ 120002 w 720000"/>
              <a:gd name="connsiteY0" fmla="*/ 0 h 5040000"/>
              <a:gd name="connsiteX1" fmla="*/ 599998 w 720000"/>
              <a:gd name="connsiteY1" fmla="*/ 0 h 5040000"/>
              <a:gd name="connsiteX2" fmla="*/ 720000 w 720000"/>
              <a:gd name="connsiteY2" fmla="*/ 120002 h 5040000"/>
              <a:gd name="connsiteX3" fmla="*/ 720000 w 720000"/>
              <a:gd name="connsiteY3" fmla="*/ 4919998 h 5040000"/>
              <a:gd name="connsiteX4" fmla="*/ 599998 w 720000"/>
              <a:gd name="connsiteY4" fmla="*/ 5040000 h 5040000"/>
              <a:gd name="connsiteX5" fmla="*/ 120002 w 720000"/>
              <a:gd name="connsiteY5" fmla="*/ 5040000 h 5040000"/>
              <a:gd name="connsiteX6" fmla="*/ 0 w 720000"/>
              <a:gd name="connsiteY6" fmla="*/ 4919998 h 5040000"/>
              <a:gd name="connsiteX7" fmla="*/ 0 w 720000"/>
              <a:gd name="connsiteY7" fmla="*/ 120002 h 5040000"/>
              <a:gd name="connsiteX8" fmla="*/ 120002 w 720000"/>
              <a:gd name="connsiteY8"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5040000">
                <a:moveTo>
                  <a:pt x="120002" y="0"/>
                </a:moveTo>
                <a:lnTo>
                  <a:pt x="599998" y="0"/>
                </a:lnTo>
                <a:cubicBezTo>
                  <a:pt x="666273" y="0"/>
                  <a:pt x="720000" y="53727"/>
                  <a:pt x="720000" y="120002"/>
                </a:cubicBezTo>
                <a:lnTo>
                  <a:pt x="720000" y="4919998"/>
                </a:lnTo>
                <a:cubicBezTo>
                  <a:pt x="720000" y="4986273"/>
                  <a:pt x="666273" y="5040000"/>
                  <a:pt x="599998" y="5040000"/>
                </a:cubicBezTo>
                <a:lnTo>
                  <a:pt x="120002" y="5040000"/>
                </a:lnTo>
                <a:cubicBezTo>
                  <a:pt x="53727" y="5040000"/>
                  <a:pt x="0" y="4986273"/>
                  <a:pt x="0" y="4919998"/>
                </a:cubicBezTo>
                <a:lnTo>
                  <a:pt x="0" y="120002"/>
                </a:lnTo>
                <a:cubicBezTo>
                  <a:pt x="0" y="53727"/>
                  <a:pt x="53727" y="0"/>
                  <a:pt x="120002" y="0"/>
                </a:cubicBezTo>
                <a:close/>
              </a:path>
            </a:pathLst>
          </a:custGeom>
        </p:spPr>
      </p:pic>
      <p:pic>
        <p:nvPicPr>
          <p:cNvPr id="29" name="Picture 28">
            <a:extLst>
              <a:ext uri="{FF2B5EF4-FFF2-40B4-BE49-F238E27FC236}">
                <a16:creationId xmlns:a16="http://schemas.microsoft.com/office/drawing/2014/main" id="{EE588CBB-B074-1496-D65E-05619D60D148}"/>
              </a:ext>
            </a:extLst>
          </p:cNvPr>
          <p:cNvPicPr>
            <a:picLocks noChangeAspect="1"/>
          </p:cNvPicPr>
          <p:nvPr/>
        </p:nvPicPr>
        <p:blipFill>
          <a:blip r:embed="rId2">
            <a:extLst>
              <a:ext uri="{28A0092B-C50C-407E-A947-70E740481C1C}">
                <a14:useLocalDpi xmlns:a14="http://schemas.microsoft.com/office/drawing/2010/main" val="0"/>
              </a:ext>
            </a:extLst>
          </a:blip>
          <a:srcRect l="65482" t="20794" r="27789" b="5716"/>
          <a:stretch>
            <a:fillRect/>
          </a:stretch>
        </p:blipFill>
        <p:spPr>
          <a:xfrm>
            <a:off x="7007002" y="1426028"/>
            <a:ext cx="720000" cy="5040000"/>
          </a:xfrm>
          <a:custGeom>
            <a:avLst/>
            <a:gdLst>
              <a:gd name="connsiteX0" fmla="*/ 120002 w 720000"/>
              <a:gd name="connsiteY0" fmla="*/ 0 h 5040000"/>
              <a:gd name="connsiteX1" fmla="*/ 599998 w 720000"/>
              <a:gd name="connsiteY1" fmla="*/ 0 h 5040000"/>
              <a:gd name="connsiteX2" fmla="*/ 720000 w 720000"/>
              <a:gd name="connsiteY2" fmla="*/ 120002 h 5040000"/>
              <a:gd name="connsiteX3" fmla="*/ 720000 w 720000"/>
              <a:gd name="connsiteY3" fmla="*/ 4919998 h 5040000"/>
              <a:gd name="connsiteX4" fmla="*/ 599998 w 720000"/>
              <a:gd name="connsiteY4" fmla="*/ 5040000 h 5040000"/>
              <a:gd name="connsiteX5" fmla="*/ 120002 w 720000"/>
              <a:gd name="connsiteY5" fmla="*/ 5040000 h 5040000"/>
              <a:gd name="connsiteX6" fmla="*/ 0 w 720000"/>
              <a:gd name="connsiteY6" fmla="*/ 4919998 h 5040000"/>
              <a:gd name="connsiteX7" fmla="*/ 0 w 720000"/>
              <a:gd name="connsiteY7" fmla="*/ 120002 h 5040000"/>
              <a:gd name="connsiteX8" fmla="*/ 120002 w 720000"/>
              <a:gd name="connsiteY8"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5040000">
                <a:moveTo>
                  <a:pt x="120002" y="0"/>
                </a:moveTo>
                <a:lnTo>
                  <a:pt x="599998" y="0"/>
                </a:lnTo>
                <a:cubicBezTo>
                  <a:pt x="666273" y="0"/>
                  <a:pt x="720000" y="53727"/>
                  <a:pt x="720000" y="120002"/>
                </a:cubicBezTo>
                <a:lnTo>
                  <a:pt x="720000" y="4919998"/>
                </a:lnTo>
                <a:cubicBezTo>
                  <a:pt x="720000" y="4986273"/>
                  <a:pt x="666273" y="5040000"/>
                  <a:pt x="599998" y="5040000"/>
                </a:cubicBezTo>
                <a:lnTo>
                  <a:pt x="120002" y="5040000"/>
                </a:lnTo>
                <a:cubicBezTo>
                  <a:pt x="53727" y="5040000"/>
                  <a:pt x="0" y="4986273"/>
                  <a:pt x="0" y="4919998"/>
                </a:cubicBezTo>
                <a:lnTo>
                  <a:pt x="0" y="120002"/>
                </a:lnTo>
                <a:cubicBezTo>
                  <a:pt x="0" y="53727"/>
                  <a:pt x="53727" y="0"/>
                  <a:pt x="120002" y="0"/>
                </a:cubicBezTo>
                <a:close/>
              </a:path>
            </a:pathLst>
          </a:custGeom>
        </p:spPr>
      </p:pic>
      <p:pic>
        <p:nvPicPr>
          <p:cNvPr id="28" name="Picture 27">
            <a:extLst>
              <a:ext uri="{FF2B5EF4-FFF2-40B4-BE49-F238E27FC236}">
                <a16:creationId xmlns:a16="http://schemas.microsoft.com/office/drawing/2014/main" id="{F30BF8C0-6AAB-E88E-2B86-2F5E6B85E2E6}"/>
              </a:ext>
            </a:extLst>
          </p:cNvPr>
          <p:cNvPicPr>
            <a:picLocks noChangeAspect="1"/>
          </p:cNvPicPr>
          <p:nvPr/>
        </p:nvPicPr>
        <p:blipFill>
          <a:blip r:embed="rId2">
            <a:extLst>
              <a:ext uri="{28A0092B-C50C-407E-A947-70E740481C1C}">
                <a14:useLocalDpi xmlns:a14="http://schemas.microsoft.com/office/drawing/2010/main" val="0"/>
              </a:ext>
            </a:extLst>
          </a:blip>
          <a:srcRect l="80333" t="20794" r="12938" b="5716"/>
          <a:stretch>
            <a:fillRect/>
          </a:stretch>
        </p:blipFill>
        <p:spPr>
          <a:xfrm>
            <a:off x="8596160" y="1426028"/>
            <a:ext cx="720000" cy="5040000"/>
          </a:xfrm>
          <a:custGeom>
            <a:avLst/>
            <a:gdLst>
              <a:gd name="connsiteX0" fmla="*/ 120002 w 720000"/>
              <a:gd name="connsiteY0" fmla="*/ 0 h 5040000"/>
              <a:gd name="connsiteX1" fmla="*/ 599998 w 720000"/>
              <a:gd name="connsiteY1" fmla="*/ 0 h 5040000"/>
              <a:gd name="connsiteX2" fmla="*/ 720000 w 720000"/>
              <a:gd name="connsiteY2" fmla="*/ 120002 h 5040000"/>
              <a:gd name="connsiteX3" fmla="*/ 720000 w 720000"/>
              <a:gd name="connsiteY3" fmla="*/ 4919998 h 5040000"/>
              <a:gd name="connsiteX4" fmla="*/ 599998 w 720000"/>
              <a:gd name="connsiteY4" fmla="*/ 5040000 h 5040000"/>
              <a:gd name="connsiteX5" fmla="*/ 120002 w 720000"/>
              <a:gd name="connsiteY5" fmla="*/ 5040000 h 5040000"/>
              <a:gd name="connsiteX6" fmla="*/ 0 w 720000"/>
              <a:gd name="connsiteY6" fmla="*/ 4919998 h 5040000"/>
              <a:gd name="connsiteX7" fmla="*/ 0 w 720000"/>
              <a:gd name="connsiteY7" fmla="*/ 120002 h 5040000"/>
              <a:gd name="connsiteX8" fmla="*/ 120002 w 720000"/>
              <a:gd name="connsiteY8" fmla="*/ 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5040000">
                <a:moveTo>
                  <a:pt x="120002" y="0"/>
                </a:moveTo>
                <a:lnTo>
                  <a:pt x="599998" y="0"/>
                </a:lnTo>
                <a:cubicBezTo>
                  <a:pt x="666273" y="0"/>
                  <a:pt x="720000" y="53727"/>
                  <a:pt x="720000" y="120002"/>
                </a:cubicBezTo>
                <a:lnTo>
                  <a:pt x="720000" y="4919998"/>
                </a:lnTo>
                <a:cubicBezTo>
                  <a:pt x="720000" y="4986273"/>
                  <a:pt x="666273" y="5040000"/>
                  <a:pt x="599998" y="5040000"/>
                </a:cubicBezTo>
                <a:lnTo>
                  <a:pt x="120002" y="5040000"/>
                </a:lnTo>
                <a:cubicBezTo>
                  <a:pt x="53727" y="5040000"/>
                  <a:pt x="0" y="4986273"/>
                  <a:pt x="0" y="4919998"/>
                </a:cubicBezTo>
                <a:lnTo>
                  <a:pt x="0" y="120002"/>
                </a:lnTo>
                <a:cubicBezTo>
                  <a:pt x="0" y="53727"/>
                  <a:pt x="53727" y="0"/>
                  <a:pt x="120002" y="0"/>
                </a:cubicBezTo>
                <a:close/>
              </a:path>
            </a:pathLst>
          </a:custGeom>
        </p:spPr>
      </p:pic>
      <p:pic>
        <p:nvPicPr>
          <p:cNvPr id="27" name="Picture 26">
            <a:extLst>
              <a:ext uri="{FF2B5EF4-FFF2-40B4-BE49-F238E27FC236}">
                <a16:creationId xmlns:a16="http://schemas.microsoft.com/office/drawing/2014/main" id="{27561F53-B8C5-260D-6BBD-08F9DACDE869}"/>
              </a:ext>
            </a:extLst>
          </p:cNvPr>
          <p:cNvPicPr>
            <a:picLocks noChangeAspect="1"/>
          </p:cNvPicPr>
          <p:nvPr/>
        </p:nvPicPr>
        <p:blipFill>
          <a:blip r:embed="rId2">
            <a:extLst>
              <a:ext uri="{28A0092B-C50C-407E-A947-70E740481C1C}">
                <a14:useLocalDpi xmlns:a14="http://schemas.microsoft.com/office/drawing/2010/main" val="0"/>
              </a:ext>
            </a:extLst>
          </a:blip>
          <a:srcRect l="12629" t="30555" r="80643" b="15477"/>
          <a:stretch>
            <a:fillRect/>
          </a:stretch>
        </p:blipFill>
        <p:spPr>
          <a:xfrm>
            <a:off x="1351373" y="2095458"/>
            <a:ext cx="720000" cy="3701143"/>
          </a:xfrm>
          <a:custGeom>
            <a:avLst/>
            <a:gdLst>
              <a:gd name="connsiteX0" fmla="*/ 120002 w 720000"/>
              <a:gd name="connsiteY0" fmla="*/ 0 h 3701143"/>
              <a:gd name="connsiteX1" fmla="*/ 599998 w 720000"/>
              <a:gd name="connsiteY1" fmla="*/ 0 h 3701143"/>
              <a:gd name="connsiteX2" fmla="*/ 720000 w 720000"/>
              <a:gd name="connsiteY2" fmla="*/ 120002 h 3701143"/>
              <a:gd name="connsiteX3" fmla="*/ 720000 w 720000"/>
              <a:gd name="connsiteY3" fmla="*/ 3581141 h 3701143"/>
              <a:gd name="connsiteX4" fmla="*/ 599998 w 720000"/>
              <a:gd name="connsiteY4" fmla="*/ 3701143 h 3701143"/>
              <a:gd name="connsiteX5" fmla="*/ 120002 w 720000"/>
              <a:gd name="connsiteY5" fmla="*/ 3701143 h 3701143"/>
              <a:gd name="connsiteX6" fmla="*/ 0 w 720000"/>
              <a:gd name="connsiteY6" fmla="*/ 3581141 h 3701143"/>
              <a:gd name="connsiteX7" fmla="*/ 0 w 720000"/>
              <a:gd name="connsiteY7" fmla="*/ 120002 h 3701143"/>
              <a:gd name="connsiteX8" fmla="*/ 120002 w 720000"/>
              <a:gd name="connsiteY8" fmla="*/ 0 h 370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3701143">
                <a:moveTo>
                  <a:pt x="120002" y="0"/>
                </a:moveTo>
                <a:lnTo>
                  <a:pt x="599998" y="0"/>
                </a:lnTo>
                <a:cubicBezTo>
                  <a:pt x="666273" y="0"/>
                  <a:pt x="720000" y="53727"/>
                  <a:pt x="720000" y="120002"/>
                </a:cubicBezTo>
                <a:lnTo>
                  <a:pt x="720000" y="3581141"/>
                </a:lnTo>
                <a:cubicBezTo>
                  <a:pt x="720000" y="3647416"/>
                  <a:pt x="666273" y="3701143"/>
                  <a:pt x="599998" y="3701143"/>
                </a:cubicBezTo>
                <a:lnTo>
                  <a:pt x="120002" y="3701143"/>
                </a:lnTo>
                <a:cubicBezTo>
                  <a:pt x="53727" y="3701143"/>
                  <a:pt x="0" y="3647416"/>
                  <a:pt x="0" y="3581141"/>
                </a:cubicBezTo>
                <a:lnTo>
                  <a:pt x="0" y="120002"/>
                </a:lnTo>
                <a:cubicBezTo>
                  <a:pt x="0" y="53727"/>
                  <a:pt x="53727" y="0"/>
                  <a:pt x="120002" y="0"/>
                </a:cubicBezTo>
                <a:close/>
              </a:path>
            </a:pathLst>
          </a:custGeom>
        </p:spPr>
      </p:pic>
      <p:pic>
        <p:nvPicPr>
          <p:cNvPr id="26" name="Picture 25">
            <a:extLst>
              <a:ext uri="{FF2B5EF4-FFF2-40B4-BE49-F238E27FC236}">
                <a16:creationId xmlns:a16="http://schemas.microsoft.com/office/drawing/2014/main" id="{9061843C-4B63-2358-8E3F-B06D76CF97C1}"/>
              </a:ext>
            </a:extLst>
          </p:cNvPr>
          <p:cNvPicPr>
            <a:picLocks noChangeAspect="1"/>
          </p:cNvPicPr>
          <p:nvPr/>
        </p:nvPicPr>
        <p:blipFill>
          <a:blip r:embed="rId2">
            <a:extLst>
              <a:ext uri="{28A0092B-C50C-407E-A947-70E740481C1C}">
                <a14:useLocalDpi xmlns:a14="http://schemas.microsoft.com/office/drawing/2010/main" val="0"/>
              </a:ext>
            </a:extLst>
          </a:blip>
          <a:srcRect l="27917" t="30555" r="65354" b="15477"/>
          <a:stretch>
            <a:fillRect/>
          </a:stretch>
        </p:blipFill>
        <p:spPr>
          <a:xfrm>
            <a:off x="2987319" y="2095458"/>
            <a:ext cx="720000" cy="3701143"/>
          </a:xfrm>
          <a:custGeom>
            <a:avLst/>
            <a:gdLst>
              <a:gd name="connsiteX0" fmla="*/ 120002 w 720000"/>
              <a:gd name="connsiteY0" fmla="*/ 0 h 3701143"/>
              <a:gd name="connsiteX1" fmla="*/ 599998 w 720000"/>
              <a:gd name="connsiteY1" fmla="*/ 0 h 3701143"/>
              <a:gd name="connsiteX2" fmla="*/ 720000 w 720000"/>
              <a:gd name="connsiteY2" fmla="*/ 120002 h 3701143"/>
              <a:gd name="connsiteX3" fmla="*/ 720000 w 720000"/>
              <a:gd name="connsiteY3" fmla="*/ 3581141 h 3701143"/>
              <a:gd name="connsiteX4" fmla="*/ 599998 w 720000"/>
              <a:gd name="connsiteY4" fmla="*/ 3701143 h 3701143"/>
              <a:gd name="connsiteX5" fmla="*/ 120002 w 720000"/>
              <a:gd name="connsiteY5" fmla="*/ 3701143 h 3701143"/>
              <a:gd name="connsiteX6" fmla="*/ 0 w 720000"/>
              <a:gd name="connsiteY6" fmla="*/ 3581141 h 3701143"/>
              <a:gd name="connsiteX7" fmla="*/ 0 w 720000"/>
              <a:gd name="connsiteY7" fmla="*/ 120002 h 3701143"/>
              <a:gd name="connsiteX8" fmla="*/ 120002 w 720000"/>
              <a:gd name="connsiteY8" fmla="*/ 0 h 370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3701143">
                <a:moveTo>
                  <a:pt x="120002" y="0"/>
                </a:moveTo>
                <a:lnTo>
                  <a:pt x="599998" y="0"/>
                </a:lnTo>
                <a:cubicBezTo>
                  <a:pt x="666273" y="0"/>
                  <a:pt x="720000" y="53727"/>
                  <a:pt x="720000" y="120002"/>
                </a:cubicBezTo>
                <a:lnTo>
                  <a:pt x="720000" y="3581141"/>
                </a:lnTo>
                <a:cubicBezTo>
                  <a:pt x="720000" y="3647416"/>
                  <a:pt x="666273" y="3701143"/>
                  <a:pt x="599998" y="3701143"/>
                </a:cubicBezTo>
                <a:lnTo>
                  <a:pt x="120002" y="3701143"/>
                </a:lnTo>
                <a:cubicBezTo>
                  <a:pt x="53727" y="3701143"/>
                  <a:pt x="0" y="3647416"/>
                  <a:pt x="0" y="3581141"/>
                </a:cubicBezTo>
                <a:lnTo>
                  <a:pt x="0" y="120002"/>
                </a:lnTo>
                <a:cubicBezTo>
                  <a:pt x="0" y="53727"/>
                  <a:pt x="53727" y="0"/>
                  <a:pt x="120002" y="0"/>
                </a:cubicBezTo>
                <a:close/>
              </a:path>
            </a:pathLst>
          </a:custGeom>
        </p:spPr>
      </p:pic>
      <p:pic>
        <p:nvPicPr>
          <p:cNvPr id="25" name="Picture 24">
            <a:extLst>
              <a:ext uri="{FF2B5EF4-FFF2-40B4-BE49-F238E27FC236}">
                <a16:creationId xmlns:a16="http://schemas.microsoft.com/office/drawing/2014/main" id="{91A80F47-9D33-CC80-4500-4DE487AAB840}"/>
              </a:ext>
            </a:extLst>
          </p:cNvPr>
          <p:cNvPicPr>
            <a:picLocks noChangeAspect="1"/>
          </p:cNvPicPr>
          <p:nvPr/>
        </p:nvPicPr>
        <p:blipFill>
          <a:blip r:embed="rId2">
            <a:extLst>
              <a:ext uri="{28A0092B-C50C-407E-A947-70E740481C1C}">
                <a14:useLocalDpi xmlns:a14="http://schemas.microsoft.com/office/drawing/2010/main" val="0"/>
              </a:ext>
            </a:extLst>
          </a:blip>
          <a:srcRect l="43205" t="30555" r="50066" b="15477"/>
          <a:stretch>
            <a:fillRect/>
          </a:stretch>
        </p:blipFill>
        <p:spPr>
          <a:xfrm>
            <a:off x="4623265" y="2095458"/>
            <a:ext cx="720000" cy="3701143"/>
          </a:xfrm>
          <a:custGeom>
            <a:avLst/>
            <a:gdLst>
              <a:gd name="connsiteX0" fmla="*/ 120002 w 720000"/>
              <a:gd name="connsiteY0" fmla="*/ 0 h 3701143"/>
              <a:gd name="connsiteX1" fmla="*/ 599998 w 720000"/>
              <a:gd name="connsiteY1" fmla="*/ 0 h 3701143"/>
              <a:gd name="connsiteX2" fmla="*/ 720000 w 720000"/>
              <a:gd name="connsiteY2" fmla="*/ 120002 h 3701143"/>
              <a:gd name="connsiteX3" fmla="*/ 720000 w 720000"/>
              <a:gd name="connsiteY3" fmla="*/ 3581141 h 3701143"/>
              <a:gd name="connsiteX4" fmla="*/ 599998 w 720000"/>
              <a:gd name="connsiteY4" fmla="*/ 3701143 h 3701143"/>
              <a:gd name="connsiteX5" fmla="*/ 120002 w 720000"/>
              <a:gd name="connsiteY5" fmla="*/ 3701143 h 3701143"/>
              <a:gd name="connsiteX6" fmla="*/ 0 w 720000"/>
              <a:gd name="connsiteY6" fmla="*/ 3581141 h 3701143"/>
              <a:gd name="connsiteX7" fmla="*/ 0 w 720000"/>
              <a:gd name="connsiteY7" fmla="*/ 120002 h 3701143"/>
              <a:gd name="connsiteX8" fmla="*/ 120002 w 720000"/>
              <a:gd name="connsiteY8" fmla="*/ 0 h 370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3701143">
                <a:moveTo>
                  <a:pt x="120002" y="0"/>
                </a:moveTo>
                <a:lnTo>
                  <a:pt x="599998" y="0"/>
                </a:lnTo>
                <a:cubicBezTo>
                  <a:pt x="666273" y="0"/>
                  <a:pt x="720000" y="53727"/>
                  <a:pt x="720000" y="120002"/>
                </a:cubicBezTo>
                <a:lnTo>
                  <a:pt x="720000" y="3581141"/>
                </a:lnTo>
                <a:cubicBezTo>
                  <a:pt x="720000" y="3647416"/>
                  <a:pt x="666273" y="3701143"/>
                  <a:pt x="599998" y="3701143"/>
                </a:cubicBezTo>
                <a:lnTo>
                  <a:pt x="120002" y="3701143"/>
                </a:lnTo>
                <a:cubicBezTo>
                  <a:pt x="53727" y="3701143"/>
                  <a:pt x="0" y="3647416"/>
                  <a:pt x="0" y="3581141"/>
                </a:cubicBezTo>
                <a:lnTo>
                  <a:pt x="0" y="120002"/>
                </a:lnTo>
                <a:cubicBezTo>
                  <a:pt x="0" y="53727"/>
                  <a:pt x="53727" y="0"/>
                  <a:pt x="120002" y="0"/>
                </a:cubicBezTo>
                <a:close/>
              </a:path>
            </a:pathLst>
          </a:custGeom>
        </p:spPr>
      </p:pic>
      <p:pic>
        <p:nvPicPr>
          <p:cNvPr id="24" name="Picture 23">
            <a:extLst>
              <a:ext uri="{FF2B5EF4-FFF2-40B4-BE49-F238E27FC236}">
                <a16:creationId xmlns:a16="http://schemas.microsoft.com/office/drawing/2014/main" id="{6DCD54FF-EC3E-405D-F23F-81806E33FCD7}"/>
              </a:ext>
            </a:extLst>
          </p:cNvPr>
          <p:cNvPicPr>
            <a:picLocks noChangeAspect="1"/>
          </p:cNvPicPr>
          <p:nvPr/>
        </p:nvPicPr>
        <p:blipFill>
          <a:blip r:embed="rId2">
            <a:extLst>
              <a:ext uri="{28A0092B-C50C-407E-A947-70E740481C1C}">
                <a14:useLocalDpi xmlns:a14="http://schemas.microsoft.com/office/drawing/2010/main" val="0"/>
              </a:ext>
            </a:extLst>
          </a:blip>
          <a:srcRect l="58056" t="30555" r="35215" b="15477"/>
          <a:stretch>
            <a:fillRect/>
          </a:stretch>
        </p:blipFill>
        <p:spPr>
          <a:xfrm>
            <a:off x="6212423" y="2095458"/>
            <a:ext cx="720000" cy="3701143"/>
          </a:xfrm>
          <a:custGeom>
            <a:avLst/>
            <a:gdLst>
              <a:gd name="connsiteX0" fmla="*/ 120002 w 720000"/>
              <a:gd name="connsiteY0" fmla="*/ 0 h 3701143"/>
              <a:gd name="connsiteX1" fmla="*/ 599998 w 720000"/>
              <a:gd name="connsiteY1" fmla="*/ 0 h 3701143"/>
              <a:gd name="connsiteX2" fmla="*/ 720000 w 720000"/>
              <a:gd name="connsiteY2" fmla="*/ 120002 h 3701143"/>
              <a:gd name="connsiteX3" fmla="*/ 720000 w 720000"/>
              <a:gd name="connsiteY3" fmla="*/ 3581141 h 3701143"/>
              <a:gd name="connsiteX4" fmla="*/ 599998 w 720000"/>
              <a:gd name="connsiteY4" fmla="*/ 3701143 h 3701143"/>
              <a:gd name="connsiteX5" fmla="*/ 120002 w 720000"/>
              <a:gd name="connsiteY5" fmla="*/ 3701143 h 3701143"/>
              <a:gd name="connsiteX6" fmla="*/ 0 w 720000"/>
              <a:gd name="connsiteY6" fmla="*/ 3581141 h 3701143"/>
              <a:gd name="connsiteX7" fmla="*/ 0 w 720000"/>
              <a:gd name="connsiteY7" fmla="*/ 120002 h 3701143"/>
              <a:gd name="connsiteX8" fmla="*/ 120002 w 720000"/>
              <a:gd name="connsiteY8" fmla="*/ 0 h 370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3701143">
                <a:moveTo>
                  <a:pt x="120002" y="0"/>
                </a:moveTo>
                <a:lnTo>
                  <a:pt x="599998" y="0"/>
                </a:lnTo>
                <a:cubicBezTo>
                  <a:pt x="666273" y="0"/>
                  <a:pt x="720000" y="53727"/>
                  <a:pt x="720000" y="120002"/>
                </a:cubicBezTo>
                <a:lnTo>
                  <a:pt x="720000" y="3581141"/>
                </a:lnTo>
                <a:cubicBezTo>
                  <a:pt x="720000" y="3647416"/>
                  <a:pt x="666273" y="3701143"/>
                  <a:pt x="599998" y="3701143"/>
                </a:cubicBezTo>
                <a:lnTo>
                  <a:pt x="120002" y="3701143"/>
                </a:lnTo>
                <a:cubicBezTo>
                  <a:pt x="53727" y="3701143"/>
                  <a:pt x="0" y="3647416"/>
                  <a:pt x="0" y="3581141"/>
                </a:cubicBezTo>
                <a:lnTo>
                  <a:pt x="0" y="120002"/>
                </a:lnTo>
                <a:cubicBezTo>
                  <a:pt x="0" y="53727"/>
                  <a:pt x="53727" y="0"/>
                  <a:pt x="120002" y="0"/>
                </a:cubicBezTo>
                <a:close/>
              </a:path>
            </a:pathLst>
          </a:custGeom>
        </p:spPr>
      </p:pic>
      <p:pic>
        <p:nvPicPr>
          <p:cNvPr id="23" name="Picture 22">
            <a:extLst>
              <a:ext uri="{FF2B5EF4-FFF2-40B4-BE49-F238E27FC236}">
                <a16:creationId xmlns:a16="http://schemas.microsoft.com/office/drawing/2014/main" id="{93725594-1D0B-A320-91A3-514F76EF94F0}"/>
              </a:ext>
            </a:extLst>
          </p:cNvPr>
          <p:cNvPicPr>
            <a:picLocks noChangeAspect="1"/>
          </p:cNvPicPr>
          <p:nvPr/>
        </p:nvPicPr>
        <p:blipFill>
          <a:blip r:embed="rId2">
            <a:extLst>
              <a:ext uri="{28A0092B-C50C-407E-A947-70E740481C1C}">
                <a14:useLocalDpi xmlns:a14="http://schemas.microsoft.com/office/drawing/2010/main" val="0"/>
              </a:ext>
            </a:extLst>
          </a:blip>
          <a:srcRect l="72907" t="30555" r="20364" b="15477"/>
          <a:stretch>
            <a:fillRect/>
          </a:stretch>
        </p:blipFill>
        <p:spPr>
          <a:xfrm>
            <a:off x="7801581" y="2095458"/>
            <a:ext cx="720000" cy="3701143"/>
          </a:xfrm>
          <a:custGeom>
            <a:avLst/>
            <a:gdLst>
              <a:gd name="connsiteX0" fmla="*/ 120002 w 720000"/>
              <a:gd name="connsiteY0" fmla="*/ 0 h 3701143"/>
              <a:gd name="connsiteX1" fmla="*/ 599998 w 720000"/>
              <a:gd name="connsiteY1" fmla="*/ 0 h 3701143"/>
              <a:gd name="connsiteX2" fmla="*/ 720000 w 720000"/>
              <a:gd name="connsiteY2" fmla="*/ 120002 h 3701143"/>
              <a:gd name="connsiteX3" fmla="*/ 720000 w 720000"/>
              <a:gd name="connsiteY3" fmla="*/ 3581141 h 3701143"/>
              <a:gd name="connsiteX4" fmla="*/ 599998 w 720000"/>
              <a:gd name="connsiteY4" fmla="*/ 3701143 h 3701143"/>
              <a:gd name="connsiteX5" fmla="*/ 120002 w 720000"/>
              <a:gd name="connsiteY5" fmla="*/ 3701143 h 3701143"/>
              <a:gd name="connsiteX6" fmla="*/ 0 w 720000"/>
              <a:gd name="connsiteY6" fmla="*/ 3581141 h 3701143"/>
              <a:gd name="connsiteX7" fmla="*/ 0 w 720000"/>
              <a:gd name="connsiteY7" fmla="*/ 120002 h 3701143"/>
              <a:gd name="connsiteX8" fmla="*/ 120002 w 720000"/>
              <a:gd name="connsiteY8" fmla="*/ 0 h 370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3701143">
                <a:moveTo>
                  <a:pt x="120002" y="0"/>
                </a:moveTo>
                <a:lnTo>
                  <a:pt x="599998" y="0"/>
                </a:lnTo>
                <a:cubicBezTo>
                  <a:pt x="666273" y="0"/>
                  <a:pt x="720000" y="53727"/>
                  <a:pt x="720000" y="120002"/>
                </a:cubicBezTo>
                <a:lnTo>
                  <a:pt x="720000" y="3581141"/>
                </a:lnTo>
                <a:cubicBezTo>
                  <a:pt x="720000" y="3647416"/>
                  <a:pt x="666273" y="3701143"/>
                  <a:pt x="599998" y="3701143"/>
                </a:cubicBezTo>
                <a:lnTo>
                  <a:pt x="120002" y="3701143"/>
                </a:lnTo>
                <a:cubicBezTo>
                  <a:pt x="53727" y="3701143"/>
                  <a:pt x="0" y="3647416"/>
                  <a:pt x="0" y="3581141"/>
                </a:cubicBezTo>
                <a:lnTo>
                  <a:pt x="0" y="120002"/>
                </a:lnTo>
                <a:cubicBezTo>
                  <a:pt x="0" y="53727"/>
                  <a:pt x="53727" y="0"/>
                  <a:pt x="120002" y="0"/>
                </a:cubicBezTo>
                <a:close/>
              </a:path>
            </a:pathLst>
          </a:custGeom>
        </p:spPr>
      </p:pic>
      <p:pic>
        <p:nvPicPr>
          <p:cNvPr id="22" name="Picture 21">
            <a:extLst>
              <a:ext uri="{FF2B5EF4-FFF2-40B4-BE49-F238E27FC236}">
                <a16:creationId xmlns:a16="http://schemas.microsoft.com/office/drawing/2014/main" id="{12641BB8-A14C-E84A-FD6B-5047ECEC0883}"/>
              </a:ext>
            </a:extLst>
          </p:cNvPr>
          <p:cNvPicPr>
            <a:picLocks noChangeAspect="1"/>
          </p:cNvPicPr>
          <p:nvPr/>
        </p:nvPicPr>
        <p:blipFill>
          <a:blip r:embed="rId2">
            <a:extLst>
              <a:ext uri="{28A0092B-C50C-407E-A947-70E740481C1C}">
                <a14:useLocalDpi xmlns:a14="http://schemas.microsoft.com/office/drawing/2010/main" val="0"/>
              </a:ext>
            </a:extLst>
          </a:blip>
          <a:srcRect l="87759" t="30555" r="5513" b="15477"/>
          <a:stretch>
            <a:fillRect/>
          </a:stretch>
        </p:blipFill>
        <p:spPr>
          <a:xfrm>
            <a:off x="9390739" y="2095458"/>
            <a:ext cx="720000" cy="3701143"/>
          </a:xfrm>
          <a:custGeom>
            <a:avLst/>
            <a:gdLst>
              <a:gd name="connsiteX0" fmla="*/ 120002 w 720000"/>
              <a:gd name="connsiteY0" fmla="*/ 0 h 3701143"/>
              <a:gd name="connsiteX1" fmla="*/ 599998 w 720000"/>
              <a:gd name="connsiteY1" fmla="*/ 0 h 3701143"/>
              <a:gd name="connsiteX2" fmla="*/ 720000 w 720000"/>
              <a:gd name="connsiteY2" fmla="*/ 120002 h 3701143"/>
              <a:gd name="connsiteX3" fmla="*/ 720000 w 720000"/>
              <a:gd name="connsiteY3" fmla="*/ 3581141 h 3701143"/>
              <a:gd name="connsiteX4" fmla="*/ 599998 w 720000"/>
              <a:gd name="connsiteY4" fmla="*/ 3701143 h 3701143"/>
              <a:gd name="connsiteX5" fmla="*/ 120002 w 720000"/>
              <a:gd name="connsiteY5" fmla="*/ 3701143 h 3701143"/>
              <a:gd name="connsiteX6" fmla="*/ 0 w 720000"/>
              <a:gd name="connsiteY6" fmla="*/ 3581141 h 3701143"/>
              <a:gd name="connsiteX7" fmla="*/ 0 w 720000"/>
              <a:gd name="connsiteY7" fmla="*/ 120002 h 3701143"/>
              <a:gd name="connsiteX8" fmla="*/ 120002 w 720000"/>
              <a:gd name="connsiteY8" fmla="*/ 0 h 3701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00" h="3701143">
                <a:moveTo>
                  <a:pt x="120002" y="0"/>
                </a:moveTo>
                <a:lnTo>
                  <a:pt x="599998" y="0"/>
                </a:lnTo>
                <a:cubicBezTo>
                  <a:pt x="666273" y="0"/>
                  <a:pt x="720000" y="53727"/>
                  <a:pt x="720000" y="120002"/>
                </a:cubicBezTo>
                <a:lnTo>
                  <a:pt x="720000" y="3581141"/>
                </a:lnTo>
                <a:cubicBezTo>
                  <a:pt x="720000" y="3647416"/>
                  <a:pt x="666273" y="3701143"/>
                  <a:pt x="599998" y="3701143"/>
                </a:cubicBezTo>
                <a:lnTo>
                  <a:pt x="120002" y="3701143"/>
                </a:lnTo>
                <a:cubicBezTo>
                  <a:pt x="53727" y="3701143"/>
                  <a:pt x="0" y="3647416"/>
                  <a:pt x="0" y="3581141"/>
                </a:cubicBezTo>
                <a:lnTo>
                  <a:pt x="0" y="120002"/>
                </a:lnTo>
                <a:cubicBezTo>
                  <a:pt x="0" y="53727"/>
                  <a:pt x="53727" y="0"/>
                  <a:pt x="120002" y="0"/>
                </a:cubicBezTo>
                <a:close/>
              </a:path>
            </a:pathLst>
          </a:custGeom>
        </p:spPr>
      </p:pic>
      <p:sp>
        <p:nvSpPr>
          <p:cNvPr id="34" name="Rectangle 33">
            <a:extLst>
              <a:ext uri="{FF2B5EF4-FFF2-40B4-BE49-F238E27FC236}">
                <a16:creationId xmlns:a16="http://schemas.microsoft.com/office/drawing/2014/main" id="{0E6F25B9-A464-A357-8F37-C35CDB5252E5}"/>
              </a:ext>
            </a:extLst>
          </p:cNvPr>
          <p:cNvSpPr/>
          <p:nvPr/>
        </p:nvSpPr>
        <p:spPr>
          <a:xfrm>
            <a:off x="1253400" y="224135"/>
            <a:ext cx="8610306" cy="923330"/>
          </a:xfrm>
          <a:prstGeom prst="rect">
            <a:avLst/>
          </a:prstGeom>
          <a:noFill/>
        </p:spPr>
        <p:txBody>
          <a:bodyPr wrap="none" lIns="91440" tIns="45720" rIns="91440" bIns="45720">
            <a:spAutoFit/>
          </a:bodyPr>
          <a:lstStyle/>
          <a:p>
            <a:pPr algn="ctr"/>
            <a:r>
              <a:rPr lang="vi-VN"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Tìm Hiểu Một Số Công Cụ AI</a:t>
            </a:r>
            <a:endParaRPr lang="en-US"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37780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additive="base">
                                        <p:cTn id="23" dur="500" fill="hold"/>
                                        <p:tgtEl>
                                          <p:spTgt spid="29"/>
                                        </p:tgtEl>
                                        <p:attrNameLst>
                                          <p:attrName>ppt_x</p:attrName>
                                        </p:attrNameLst>
                                      </p:cBhvr>
                                      <p:tavLst>
                                        <p:tav tm="0">
                                          <p:val>
                                            <p:strVal val="#ppt_x"/>
                                          </p:val>
                                        </p:tav>
                                        <p:tav tm="100000">
                                          <p:val>
                                            <p:strVal val="#ppt_x"/>
                                          </p:val>
                                        </p:tav>
                                      </p:tavLst>
                                    </p:anim>
                                    <p:anim calcmode="lin" valueType="num">
                                      <p:cBhvr additive="base">
                                        <p:cTn id="24" dur="500" fill="hold"/>
                                        <p:tgtEl>
                                          <p:spTgt spid="2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500" fill="hold"/>
                                        <p:tgtEl>
                                          <p:spTgt spid="28"/>
                                        </p:tgtEl>
                                        <p:attrNameLst>
                                          <p:attrName>ppt_x</p:attrName>
                                        </p:attrNameLst>
                                      </p:cBhvr>
                                      <p:tavLst>
                                        <p:tav tm="0">
                                          <p:val>
                                            <p:strVal val="#ppt_x"/>
                                          </p:val>
                                        </p:tav>
                                        <p:tav tm="100000">
                                          <p:val>
                                            <p:strVal val="#ppt_x"/>
                                          </p:val>
                                        </p:tav>
                                      </p:tavLst>
                                    </p:anim>
                                    <p:anim calcmode="lin" valueType="num">
                                      <p:cBhvr additive="base">
                                        <p:cTn id="2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500" fill="hold"/>
                                        <p:tgtEl>
                                          <p:spTgt spid="27"/>
                                        </p:tgtEl>
                                        <p:attrNameLst>
                                          <p:attrName>ppt_x</p:attrName>
                                        </p:attrNameLst>
                                      </p:cBhvr>
                                      <p:tavLst>
                                        <p:tav tm="0">
                                          <p:val>
                                            <p:strVal val="#ppt_x"/>
                                          </p:val>
                                        </p:tav>
                                        <p:tav tm="100000">
                                          <p:val>
                                            <p:strVal val="#ppt_x"/>
                                          </p:val>
                                        </p:tav>
                                      </p:tavLst>
                                    </p:anim>
                                    <p:anim calcmode="lin" valueType="num">
                                      <p:cBhvr additive="base">
                                        <p:cTn id="34" dur="500" fill="hold"/>
                                        <p:tgtEl>
                                          <p:spTgt spid="27"/>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500" fill="hold"/>
                                        <p:tgtEl>
                                          <p:spTgt spid="26"/>
                                        </p:tgtEl>
                                        <p:attrNameLst>
                                          <p:attrName>ppt_x</p:attrName>
                                        </p:attrNameLst>
                                      </p:cBhvr>
                                      <p:tavLst>
                                        <p:tav tm="0">
                                          <p:val>
                                            <p:strVal val="#ppt_x"/>
                                          </p:val>
                                        </p:tav>
                                        <p:tav tm="100000">
                                          <p:val>
                                            <p:strVal val="#ppt_x"/>
                                          </p:val>
                                        </p:tav>
                                      </p:tavLst>
                                    </p:anim>
                                    <p:anim calcmode="lin" valueType="num">
                                      <p:cBhvr additive="base">
                                        <p:cTn id="38" dur="500" fill="hold"/>
                                        <p:tgtEl>
                                          <p:spTgt spid="26"/>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 calcmode="lin" valueType="num">
                                      <p:cBhvr additive="base">
                                        <p:cTn id="45" dur="500" fill="hold"/>
                                        <p:tgtEl>
                                          <p:spTgt spid="24"/>
                                        </p:tgtEl>
                                        <p:attrNameLst>
                                          <p:attrName>ppt_x</p:attrName>
                                        </p:attrNameLst>
                                      </p:cBhvr>
                                      <p:tavLst>
                                        <p:tav tm="0">
                                          <p:val>
                                            <p:strVal val="#ppt_x"/>
                                          </p:val>
                                        </p:tav>
                                        <p:tav tm="100000">
                                          <p:val>
                                            <p:strVal val="#ppt_x"/>
                                          </p:val>
                                        </p:tav>
                                      </p:tavLst>
                                    </p:anim>
                                    <p:anim calcmode="lin" valueType="num">
                                      <p:cBhvr additive="base">
                                        <p:cTn id="46" dur="500" fill="hold"/>
                                        <p:tgtEl>
                                          <p:spTgt spid="24"/>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ppt_x"/>
                                          </p:val>
                                        </p:tav>
                                        <p:tav tm="100000">
                                          <p:val>
                                            <p:strVal val="#ppt_x"/>
                                          </p:val>
                                        </p:tav>
                                      </p:tavLst>
                                    </p:anim>
                                    <p:anim calcmode="lin" valueType="num">
                                      <p:cBhvr additive="base">
                                        <p:cTn id="50" dur="500" fill="hold"/>
                                        <p:tgtEl>
                                          <p:spTgt spid="23"/>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additive="base">
                                        <p:cTn id="53" dur="500" fill="hold"/>
                                        <p:tgtEl>
                                          <p:spTgt spid="22"/>
                                        </p:tgtEl>
                                        <p:attrNameLst>
                                          <p:attrName>ppt_x</p:attrName>
                                        </p:attrNameLst>
                                      </p:cBhvr>
                                      <p:tavLst>
                                        <p:tav tm="0">
                                          <p:val>
                                            <p:strVal val="#ppt_x"/>
                                          </p:val>
                                        </p:tav>
                                        <p:tav tm="100000">
                                          <p:val>
                                            <p:strVal val="#ppt_x"/>
                                          </p:val>
                                        </p:tav>
                                      </p:tavLst>
                                    </p:anim>
                                    <p:anim calcmode="lin" valueType="num">
                                      <p:cBhvr additive="base">
                                        <p:cTn id="54"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4CB18D-D78F-5F99-3A5D-2FF53DB4BB14}"/>
              </a:ext>
            </a:extLst>
          </p:cNvPr>
          <p:cNvSpPr/>
          <p:nvPr/>
        </p:nvSpPr>
        <p:spPr>
          <a:xfrm>
            <a:off x="3324295" y="809303"/>
            <a:ext cx="9179110" cy="923330"/>
          </a:xfrm>
          <a:prstGeom prst="rect">
            <a:avLst/>
          </a:prstGeom>
          <a:noFill/>
        </p:spPr>
        <p:txBody>
          <a:bodyPr wrap="square" lIns="91440" tIns="45720" rIns="91440" bIns="45720">
            <a:spAutoFit/>
          </a:bodyPr>
          <a:lstStyle/>
          <a:p>
            <a:pPr algn="ctr"/>
            <a:r>
              <a:rPr lang="vi-VN" sz="5400" b="0" cap="none" spc="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Thành viên nhóm:</a:t>
            </a:r>
            <a:endParaRPr lang="en-US" sz="5400" b="0" cap="none" spc="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843BBE03-C564-D939-144E-17B11E454F67}"/>
              </a:ext>
            </a:extLst>
          </p:cNvPr>
          <p:cNvSpPr/>
          <p:nvPr/>
        </p:nvSpPr>
        <p:spPr>
          <a:xfrm>
            <a:off x="5483886" y="1868346"/>
            <a:ext cx="5325817" cy="4308872"/>
          </a:xfrm>
          <a:prstGeom prst="rect">
            <a:avLst/>
          </a:prstGeom>
          <a:noFill/>
        </p:spPr>
        <p:txBody>
          <a:bodyPr wrap="none" lIns="91440" tIns="45720" rIns="91440" bIns="45720">
            <a:spAutoFit/>
          </a:bodyPr>
          <a:lstStyle/>
          <a:p>
            <a:pPr algn="just"/>
            <a:r>
              <a:rPr lang="vi-VN"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1.Đặng Thị Minh Tâm</a:t>
            </a:r>
          </a:p>
          <a:p>
            <a:pPr algn="just"/>
            <a:r>
              <a:rPr lang="vi-VN" sz="4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2.Bùi Thị Phương Anh</a:t>
            </a:r>
          </a:p>
          <a:p>
            <a:pPr algn="just"/>
            <a:r>
              <a:rPr lang="vi-VN"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3.Lường Thị Minh</a:t>
            </a:r>
          </a:p>
          <a:p>
            <a:pPr algn="just"/>
            <a:r>
              <a:rPr lang="vi-VN" sz="4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4.Ly Thị Diệu Vy</a:t>
            </a:r>
          </a:p>
          <a:p>
            <a:pPr algn="just"/>
            <a:r>
              <a:rPr lang="vi-VN"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5.Mùi Thị Thanh Lam</a:t>
            </a:r>
          </a:p>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491D5DA9-8186-C473-7A8C-5077D85F361F}"/>
              </a:ext>
            </a:extLst>
          </p:cNvPr>
          <p:cNvSpPr/>
          <p:nvPr/>
        </p:nvSpPr>
        <p:spPr>
          <a:xfrm>
            <a:off x="221995" y="507164"/>
            <a:ext cx="3738524" cy="1107996"/>
          </a:xfrm>
          <a:prstGeom prst="rect">
            <a:avLst/>
          </a:prstGeom>
          <a:noFill/>
        </p:spPr>
        <p:txBody>
          <a:bodyPr wrap="none" lIns="91440" tIns="45720" rIns="91440" bIns="45720">
            <a:spAutoFit/>
          </a:bodyPr>
          <a:lstStyle/>
          <a:p>
            <a:pPr algn="ctr"/>
            <a:r>
              <a:rPr lang="vi-VN" sz="66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NHÓM 9</a:t>
            </a:r>
            <a:r>
              <a:rPr lang="vi-VN" sz="5400" b="0" cap="none" spc="0" dirty="0">
                <a:ln w="0"/>
                <a:solidFill>
                  <a:schemeClr val="tx1"/>
                </a:solidFill>
                <a:effectLst>
                  <a:outerShdw blurRad="38100" dist="19050" dir="2700000" algn="tl" rotWithShape="0">
                    <a:schemeClr val="dk1">
                      <a:alpha val="40000"/>
                    </a:schemeClr>
                  </a:outerShdw>
                </a:effectLst>
              </a:rPr>
              <a:t> </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90901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D4D36E8-BEB6-18FF-E7B8-8DBB02318FF5}"/>
              </a:ext>
            </a:extLst>
          </p:cNvPr>
          <p:cNvSpPr/>
          <p:nvPr/>
        </p:nvSpPr>
        <p:spPr>
          <a:xfrm>
            <a:off x="668526" y="690494"/>
            <a:ext cx="10245369" cy="1754326"/>
          </a:xfrm>
          <a:prstGeom prst="rect">
            <a:avLst/>
          </a:prstGeom>
          <a:noFill/>
        </p:spPr>
        <p:txBody>
          <a:bodyPr wrap="none" lIns="91440" tIns="45720" rIns="91440" bIns="45720">
            <a:spAutoFit/>
          </a:bodyPr>
          <a:lstStyle/>
          <a:p>
            <a:pPr algn="just"/>
            <a:r>
              <a:rPr lang="vi-VN" sz="5400" b="0" cap="none" spc="0" dirty="0">
                <a:ln w="0"/>
                <a:solidFill>
                  <a:schemeClr val="tx1"/>
                </a:solidFill>
                <a:latin typeface="Times New Roman" panose="02020603050405020304" pitchFamily="18" charset="0"/>
                <a:cs typeface="Times New Roman" panose="02020603050405020304" pitchFamily="18" charset="0"/>
              </a:rPr>
              <a:t>I.Giới thiệu về trí tuệ nhân tạo ( AI )</a:t>
            </a:r>
          </a:p>
          <a:p>
            <a:pPr algn="just"/>
            <a:r>
              <a:rPr lang="vi-VN" sz="5400" dirty="0">
                <a:ln w="0"/>
                <a:latin typeface="Times New Roman" panose="02020603050405020304" pitchFamily="18" charset="0"/>
                <a:cs typeface="Times New Roman" panose="02020603050405020304" pitchFamily="18" charset="0"/>
              </a:rPr>
              <a:t>II.Tìm hiểu các công cụ AI</a:t>
            </a:r>
            <a:endParaRPr lang="en-US" sz="5400" b="0" cap="none" spc="0" dirty="0">
              <a:ln w="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FD5F753-C470-75A9-655C-EACF3226478C}"/>
              </a:ext>
            </a:extLst>
          </p:cNvPr>
          <p:cNvSpPr/>
          <p:nvPr/>
        </p:nvSpPr>
        <p:spPr>
          <a:xfrm>
            <a:off x="1148971" y="2444820"/>
            <a:ext cx="3493264" cy="2585323"/>
          </a:xfrm>
          <a:prstGeom prst="rect">
            <a:avLst/>
          </a:prstGeom>
          <a:noFill/>
        </p:spPr>
        <p:txBody>
          <a:bodyPr wrap="none" lIns="91440" tIns="45720" rIns="91440" bIns="45720">
            <a:spAutoFit/>
          </a:bodyPr>
          <a:lstStyle/>
          <a:p>
            <a:pPr algn="just"/>
            <a:r>
              <a:rPr lang="vi-VN" sz="5400" b="0" cap="none" spc="0" dirty="0">
                <a:ln w="0"/>
                <a:solidFill>
                  <a:schemeClr val="tx1"/>
                </a:solidFill>
                <a:latin typeface="Times New Roman" panose="02020603050405020304" pitchFamily="18" charset="0"/>
                <a:cs typeface="Times New Roman" panose="02020603050405020304" pitchFamily="18" charset="0"/>
              </a:rPr>
              <a:t>1.Chat GPT</a:t>
            </a:r>
          </a:p>
          <a:p>
            <a:pPr algn="just"/>
            <a:r>
              <a:rPr lang="vi-VN" sz="5400" b="0" cap="none" spc="0" dirty="0">
                <a:ln w="0"/>
                <a:solidFill>
                  <a:schemeClr val="tx1"/>
                </a:solidFill>
                <a:latin typeface="Times New Roman" panose="02020603050405020304" pitchFamily="18" charset="0"/>
                <a:cs typeface="Times New Roman" panose="02020603050405020304" pitchFamily="18" charset="0"/>
              </a:rPr>
              <a:t>2.Gamma</a:t>
            </a:r>
          </a:p>
          <a:p>
            <a:pPr algn="just"/>
            <a:r>
              <a:rPr lang="vi-VN" sz="5400" dirty="0">
                <a:ln w="0"/>
                <a:latin typeface="Times New Roman" panose="02020603050405020304" pitchFamily="18" charset="0"/>
                <a:cs typeface="Times New Roman" panose="02020603050405020304" pitchFamily="18" charset="0"/>
              </a:rPr>
              <a:t>3.Suno</a:t>
            </a:r>
            <a:endParaRPr lang="en-US" sz="5400" b="0"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5501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additive="base">
                                        <p:cTn id="1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additive="base">
                                        <p:cTn id="2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7"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F20FA52-4678-E841-2C1B-1943491EF444}"/>
              </a:ext>
            </a:extLst>
          </p:cNvPr>
          <p:cNvSpPr/>
          <p:nvPr/>
        </p:nvSpPr>
        <p:spPr>
          <a:xfrm>
            <a:off x="225207" y="180592"/>
            <a:ext cx="8744703" cy="923330"/>
          </a:xfrm>
          <a:prstGeom prst="rect">
            <a:avLst/>
          </a:prstGeom>
          <a:noFill/>
        </p:spPr>
        <p:txBody>
          <a:bodyPr wrap="none" lIns="91440" tIns="45720" rIns="91440" bIns="45720">
            <a:spAutoFit/>
          </a:bodyPr>
          <a:lstStyle/>
          <a:p>
            <a:pPr algn="ctr"/>
            <a:r>
              <a:rPr lang="vi-VN" sz="5400" b="0" cap="none" spc="0" dirty="0">
                <a:ln w="0"/>
                <a:solidFill>
                  <a:schemeClr val="tx1"/>
                </a:solidFill>
                <a:latin typeface="Times New Roman" panose="02020603050405020304" pitchFamily="18" charset="0"/>
                <a:cs typeface="Times New Roman" panose="02020603050405020304" pitchFamily="18" charset="0"/>
              </a:rPr>
              <a:t>I. Giới thiệu về trí tuệ nhân tạo</a:t>
            </a:r>
            <a:endParaRPr lang="en-US" sz="5400" b="0" cap="none" spc="0" dirty="0">
              <a:ln w="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822AE7BF-D417-80C9-AD6A-A9A0FF91807C}"/>
              </a:ext>
            </a:extLst>
          </p:cNvPr>
          <p:cNvSpPr/>
          <p:nvPr/>
        </p:nvSpPr>
        <p:spPr>
          <a:xfrm>
            <a:off x="424543" y="1496627"/>
            <a:ext cx="9655628" cy="3046988"/>
          </a:xfrm>
          <a:prstGeom prst="rect">
            <a:avLst/>
          </a:prstGeom>
          <a:noFill/>
        </p:spPr>
        <p:txBody>
          <a:bodyPr wrap="square" lIns="91440" tIns="45720" rIns="91440" bIns="45720">
            <a:spAutoFit/>
          </a:bodyPr>
          <a:lstStyle/>
          <a:p>
            <a:pPr algn="just"/>
            <a:r>
              <a:rPr lang="vi-VN" sz="3200" b="0" cap="none" spc="0" dirty="0">
                <a:ln w="0"/>
                <a:solidFill>
                  <a:schemeClr val="tx1"/>
                </a:solidFill>
                <a:latin typeface="Times New Roman" panose="02020603050405020304" pitchFamily="18" charset="0"/>
                <a:cs typeface="Times New Roman" panose="02020603050405020304" pitchFamily="18" charset="0"/>
              </a:rPr>
              <a:t>Trí tuệ nhân tạo ( Artificial Intelligence – AI ) là lĩnh vực của </a:t>
            </a:r>
            <a:r>
              <a:rPr lang="vi-VN" sz="3200" dirty="0">
                <a:ln w="0"/>
                <a:latin typeface="Times New Roman" panose="02020603050405020304" pitchFamily="18" charset="0"/>
                <a:cs typeface="Times New Roman" panose="02020603050405020304" pitchFamily="18" charset="0"/>
              </a:rPr>
              <a:t>khoa học máy tính nghiên cứu và phát triểm các hệ thống có khả năng mô phỏng trí tuệ con người. AI cho phép máy móc hiện những nhiệm vụ như suy luận, học tập, nhận dạng, ra quyết định và xử lý ngôn ngữ, vốn trước đây chỉ con người mới làm được.</a:t>
            </a:r>
          </a:p>
        </p:txBody>
      </p:sp>
    </p:spTree>
    <p:extLst>
      <p:ext uri="{BB962C8B-B14F-4D97-AF65-F5344CB8AC3E}">
        <p14:creationId xmlns:p14="http://schemas.microsoft.com/office/powerpoint/2010/main" val="229851772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4BD19C-105D-303F-60E8-F4A17D1A2001}"/>
              </a:ext>
            </a:extLst>
          </p:cNvPr>
          <p:cNvSpPr/>
          <p:nvPr/>
        </p:nvSpPr>
        <p:spPr>
          <a:xfrm>
            <a:off x="724828" y="836341"/>
            <a:ext cx="8831767" cy="4832092"/>
          </a:xfrm>
          <a:prstGeom prst="rect">
            <a:avLst/>
          </a:prstGeom>
          <a:noFill/>
        </p:spPr>
        <p:txBody>
          <a:bodyPr wrap="square" lIns="91440" tIns="45720" rIns="91440" bIns="45720">
            <a:spAutoFit/>
          </a:bodyPr>
          <a:lstStyle/>
          <a:p>
            <a:pPr algn="just"/>
            <a:r>
              <a:rPr lang="vi-VN" sz="2800" b="0" cap="none" spc="0" dirty="0">
                <a:ln w="0"/>
                <a:solidFill>
                  <a:schemeClr val="tx1"/>
                </a:solidFill>
                <a:latin typeface="Times New Roman" panose="02020603050405020304" pitchFamily="18" charset="0"/>
                <a:cs typeface="Times New Roman" panose="02020603050405020304" pitchFamily="18" charset="0"/>
              </a:rPr>
              <a:t>AI hoạt động dựa trên các thuật toán,dữ liệu lớn ( big Data ) và khả năng tính toán mạnh mẽ. Một số nhánh quan trọng của AI gồm :</a:t>
            </a:r>
          </a:p>
          <a:p>
            <a:pPr algn="just"/>
            <a:r>
              <a:rPr lang="vi-VN" sz="2800" dirty="0">
                <a:ln w="0"/>
                <a:latin typeface="Times New Roman" panose="02020603050405020304" pitchFamily="18" charset="0"/>
                <a:cs typeface="Times New Roman" panose="02020603050405020304" pitchFamily="18" charset="0"/>
              </a:rPr>
              <a:t>+ Học máy ( Machine Learning ) : máy tính tự học từ dữ liệu</a:t>
            </a:r>
          </a:p>
          <a:p>
            <a:pPr algn="just"/>
            <a:r>
              <a:rPr lang="vi-VN" sz="2800" b="0" cap="none" spc="0" dirty="0">
                <a:ln w="0"/>
                <a:solidFill>
                  <a:schemeClr val="tx1"/>
                </a:solidFill>
                <a:latin typeface="Times New Roman" panose="02020603050405020304" pitchFamily="18" charset="0"/>
                <a:cs typeface="Times New Roman" panose="02020603050405020304" pitchFamily="18" charset="0"/>
              </a:rPr>
              <a:t>+ Học sâu ( Deep Learning ) : sử dụng mạng nơ-ron nhân tạo để xử lý các vấn đề phức tạp</a:t>
            </a:r>
          </a:p>
          <a:p>
            <a:pPr algn="just"/>
            <a:r>
              <a:rPr lang="vi-VN" sz="2800" dirty="0">
                <a:ln w="0"/>
                <a:latin typeface="Times New Roman" panose="02020603050405020304" pitchFamily="18" charset="0"/>
                <a:cs typeface="Times New Roman" panose="02020603050405020304" pitchFamily="18" charset="0"/>
              </a:rPr>
              <a:t>+ Xử lý ngôn ngữ tự nhiên ( NLP ) : giúp máy hiểu và giao tiếp bằng ngôn ngữ con người</a:t>
            </a:r>
          </a:p>
          <a:p>
            <a:pPr algn="just"/>
            <a:r>
              <a:rPr lang="vi-VN" sz="2800" b="0" cap="none" spc="0" dirty="0">
                <a:ln w="0"/>
                <a:solidFill>
                  <a:schemeClr val="tx1"/>
                </a:solidFill>
                <a:latin typeface="Times New Roman" panose="02020603050405020304" pitchFamily="18" charset="0"/>
                <a:cs typeface="Times New Roman" panose="02020603050405020304" pitchFamily="18" charset="0"/>
              </a:rPr>
              <a:t>+ Thị giác máy tính : giúp máy tính “nhìn” và nhận dạng hình ảnh,video </a:t>
            </a:r>
          </a:p>
        </p:txBody>
      </p:sp>
    </p:spTree>
    <p:extLst>
      <p:ext uri="{BB962C8B-B14F-4D97-AF65-F5344CB8AC3E}">
        <p14:creationId xmlns:p14="http://schemas.microsoft.com/office/powerpoint/2010/main" val="1070511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1E278C9-CE7D-F3AE-211C-B4A27566058C}"/>
              </a:ext>
            </a:extLst>
          </p:cNvPr>
          <p:cNvSpPr/>
          <p:nvPr/>
        </p:nvSpPr>
        <p:spPr>
          <a:xfrm>
            <a:off x="490653" y="524109"/>
            <a:ext cx="8809463" cy="1569660"/>
          </a:xfrm>
          <a:prstGeom prst="rect">
            <a:avLst/>
          </a:prstGeom>
          <a:noFill/>
        </p:spPr>
        <p:txBody>
          <a:bodyPr wrap="square" lIns="91440" tIns="45720" rIns="91440" bIns="45720">
            <a:spAutoFit/>
          </a:bodyPr>
          <a:lstStyle/>
          <a:p>
            <a:pPr algn="just"/>
            <a:r>
              <a:rPr lang="vi-VN" sz="3200" cap="none" spc="0" dirty="0">
                <a:ln w="0"/>
                <a:solidFill>
                  <a:schemeClr val="tx1"/>
                </a:solidFill>
                <a:latin typeface="Times New Roman" panose="02020603050405020304" pitchFamily="18" charset="0"/>
                <a:cs typeface="Times New Roman" panose="02020603050405020304" pitchFamily="18" charset="0"/>
              </a:rPr>
              <a:t>Hiện nay, AI được ứng dụng rộng rãi trong nhiều lĩnh vực như giáo dục , y tế , giao thông , tài chính , sản xuất , thương mại điện tử và giải trí.</a:t>
            </a:r>
            <a:endParaRPr lang="en-US" sz="3200" cap="none" spc="0" dirty="0">
              <a:ln w="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A34DA95-3830-B25C-E79F-5B1EF294D9D7}"/>
              </a:ext>
            </a:extLst>
          </p:cNvPr>
          <p:cNvSpPr/>
          <p:nvPr/>
        </p:nvSpPr>
        <p:spPr>
          <a:xfrm>
            <a:off x="490653" y="2397948"/>
            <a:ext cx="8999034" cy="1077218"/>
          </a:xfrm>
          <a:prstGeom prst="rect">
            <a:avLst/>
          </a:prstGeom>
          <a:noFill/>
        </p:spPr>
        <p:txBody>
          <a:bodyPr wrap="square" lIns="91440" tIns="45720" rIns="91440" bIns="45720">
            <a:spAutoFit/>
          </a:bodyPr>
          <a:lstStyle/>
          <a:p>
            <a:pPr algn="just"/>
            <a:r>
              <a:rPr lang="vi-VN" sz="3200" cap="none" spc="0" dirty="0">
                <a:ln w="0"/>
                <a:solidFill>
                  <a:schemeClr val="tx1"/>
                </a:solidFill>
                <a:latin typeface="Times New Roman" panose="02020603050405020304" pitchFamily="18" charset="0"/>
                <a:cs typeface="Times New Roman" panose="02020603050405020304" pitchFamily="18" charset="0"/>
              </a:rPr>
              <a:t>VD: Trợ lý ảo , xe tự lái , chuẩn đoán bệnh , gợi ý sản phẩm , dịch ngôn ngữ tự động</a:t>
            </a:r>
            <a:r>
              <a:rPr lang="vi-VN" sz="3200" b="0" cap="none" spc="0" dirty="0">
                <a:ln w="0"/>
                <a:solidFill>
                  <a:schemeClr val="tx1"/>
                </a:solidFill>
                <a:latin typeface="Times New Roman" panose="02020603050405020304" pitchFamily="18" charset="0"/>
                <a:cs typeface="Times New Roman" panose="02020603050405020304" pitchFamily="18" charset="0"/>
              </a:rPr>
              <a:t>.</a:t>
            </a:r>
            <a:endParaRPr lang="en-US" sz="3200" b="0" cap="none" spc="0" dirty="0">
              <a:ln w="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DC198E0-E572-F8F3-1F7A-1D673C3B874F}"/>
              </a:ext>
            </a:extLst>
          </p:cNvPr>
          <p:cNvSpPr/>
          <p:nvPr/>
        </p:nvSpPr>
        <p:spPr>
          <a:xfrm>
            <a:off x="490653" y="3779345"/>
            <a:ext cx="9298485" cy="2062103"/>
          </a:xfrm>
          <a:prstGeom prst="rect">
            <a:avLst/>
          </a:prstGeom>
          <a:noFill/>
        </p:spPr>
        <p:txBody>
          <a:bodyPr wrap="square" lIns="91440" tIns="45720" rIns="91440" bIns="45720">
            <a:spAutoFit/>
          </a:bodyPr>
          <a:lstStyle/>
          <a:p>
            <a:pPr algn="just"/>
            <a:r>
              <a:rPr lang="vi-VN" sz="3200" cap="none" spc="0" dirty="0">
                <a:ln w="0"/>
                <a:solidFill>
                  <a:schemeClr val="tx1"/>
                </a:solidFill>
                <a:latin typeface="Times New Roman" panose="02020603050405020304" pitchFamily="18" charset="0"/>
                <a:cs typeface="Times New Roman" panose="02020603050405020304" pitchFamily="18" charset="0"/>
              </a:rPr>
              <a:t>Bên cạnh lợi ích , AI cũng đặt ra những thách thức về việc làm, đạo đức, quyền riêng tư và an ninh thông tin. Vì vậy, việc phát triển và sử dụng AI cần đi kèm với trách nhiệm và kiểm soát phù hợp</a:t>
            </a:r>
            <a:endParaRPr lang="en-US" sz="3200"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624602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83DDC8-D9C5-AB2B-14C7-B725A0886DFD}"/>
              </a:ext>
            </a:extLst>
          </p:cNvPr>
          <p:cNvSpPr/>
          <p:nvPr/>
        </p:nvSpPr>
        <p:spPr>
          <a:xfrm>
            <a:off x="386218" y="201831"/>
            <a:ext cx="8679723" cy="923330"/>
          </a:xfrm>
          <a:prstGeom prst="rect">
            <a:avLst/>
          </a:prstGeom>
          <a:noFill/>
        </p:spPr>
        <p:txBody>
          <a:bodyPr wrap="square" lIns="91440" tIns="45720" rIns="91440" bIns="45720">
            <a:spAutoFit/>
          </a:bodyPr>
          <a:lstStyle/>
          <a:p>
            <a:pPr algn="just"/>
            <a:r>
              <a:rPr lang="vi-VN" sz="5400" b="0" cap="none" spc="0" dirty="0">
                <a:ln w="0"/>
                <a:solidFill>
                  <a:schemeClr val="tx1"/>
                </a:solidFill>
                <a:latin typeface="Times New Roman" panose="02020603050405020304" pitchFamily="18" charset="0"/>
                <a:cs typeface="Times New Roman" panose="02020603050405020304" pitchFamily="18" charset="0"/>
              </a:rPr>
              <a:t>II.Tìm hiểu về các công cụ AI</a:t>
            </a:r>
          </a:p>
        </p:txBody>
      </p:sp>
      <p:sp>
        <p:nvSpPr>
          <p:cNvPr id="5" name="Rectangle 4">
            <a:extLst>
              <a:ext uri="{FF2B5EF4-FFF2-40B4-BE49-F238E27FC236}">
                <a16:creationId xmlns:a16="http://schemas.microsoft.com/office/drawing/2014/main" id="{895DD131-1F6B-D575-AEFE-2D03C253FEF0}"/>
              </a:ext>
            </a:extLst>
          </p:cNvPr>
          <p:cNvSpPr/>
          <p:nvPr/>
        </p:nvSpPr>
        <p:spPr>
          <a:xfrm>
            <a:off x="386218" y="998465"/>
            <a:ext cx="2247731" cy="584775"/>
          </a:xfrm>
          <a:prstGeom prst="rect">
            <a:avLst/>
          </a:prstGeom>
          <a:noFill/>
        </p:spPr>
        <p:txBody>
          <a:bodyPr wrap="none" lIns="91440" tIns="45720" rIns="91440" bIns="45720">
            <a:spAutoFit/>
          </a:bodyPr>
          <a:lstStyle/>
          <a:p>
            <a:pPr algn="just"/>
            <a:r>
              <a:rPr lang="vi-VN" sz="3200" b="0" cap="none" spc="0" dirty="0">
                <a:ln w="0"/>
                <a:latin typeface="Times New Roman" panose="02020603050405020304" pitchFamily="18" charset="0"/>
                <a:cs typeface="Times New Roman" panose="02020603050405020304" pitchFamily="18" charset="0"/>
              </a:rPr>
              <a:t>1. Chat GPT</a:t>
            </a:r>
            <a:endParaRPr lang="en-US" sz="3200" b="0" cap="none" spc="0" dirty="0">
              <a:ln w="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59040DD-B1CB-1415-DB05-8C06EECD29A8}"/>
              </a:ext>
            </a:extLst>
          </p:cNvPr>
          <p:cNvSpPr/>
          <p:nvPr/>
        </p:nvSpPr>
        <p:spPr>
          <a:xfrm>
            <a:off x="386218" y="1583240"/>
            <a:ext cx="10545084" cy="4031873"/>
          </a:xfrm>
          <a:prstGeom prst="rect">
            <a:avLst/>
          </a:prstGeom>
          <a:noFill/>
        </p:spPr>
        <p:txBody>
          <a:bodyPr wrap="square" lIns="91440" tIns="45720" rIns="91440" bIns="45720">
            <a:spAutoFit/>
          </a:bodyPr>
          <a:lstStyle/>
          <a:p>
            <a:pPr algn="just"/>
            <a:r>
              <a:rPr lang="vi-VN" sz="3200" dirty="0">
                <a:latin typeface="Times New Roman" panose="02020603050405020304" pitchFamily="18" charset="0"/>
                <a:cs typeface="Times New Roman" panose="02020603050405020304" pitchFamily="18" charset="0"/>
              </a:rPr>
              <a:t>ChatGPT là công cụ trí tuệ nhân tạo do OpenAI phát triển, có khả năng hiểu và tạo văn bản tự nhiên. ChatGPT hỗ trợ người dùng trong việc viết nội dung, dịch thuật, học tập, lập trình, và thậm chí giao tiếp tự động. </a:t>
            </a:r>
          </a:p>
          <a:p>
            <a:pPr algn="just"/>
            <a:r>
              <a:rPr lang="vi-VN" sz="3200" dirty="0">
                <a:latin typeface="Times New Roman" panose="02020603050405020304" pitchFamily="18" charset="0"/>
                <a:cs typeface="Times New Roman" panose="02020603050405020304" pitchFamily="18" charset="0"/>
              </a:rPr>
              <a:t>+ Ưu điểm: Giao tiếp tự nhiên, đa ngôn ngữ, dễ sử dụng, có thể hỗ trợ học tập và công việc. </a:t>
            </a:r>
          </a:p>
          <a:p>
            <a:pPr algn="just"/>
            <a:r>
              <a:rPr lang="vi-VN" sz="3200" dirty="0">
                <a:latin typeface="Times New Roman" panose="02020603050405020304" pitchFamily="18" charset="0"/>
                <a:cs typeface="Times New Roman" panose="02020603050405020304" pitchFamily="18" charset="0"/>
              </a:rPr>
              <a:t>+ Nhược điểm: Đôi khi trả lời sai hoặc thiếu chính xác, cần kết nối Internet.</a:t>
            </a:r>
            <a:endPar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65989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6BD81ED-3994-41E3-C04C-954A48E0C456}"/>
              </a:ext>
            </a:extLst>
          </p:cNvPr>
          <p:cNvSpPr/>
          <p:nvPr/>
        </p:nvSpPr>
        <p:spPr>
          <a:xfrm>
            <a:off x="5907485" y="2967335"/>
            <a:ext cx="377026" cy="923330"/>
          </a:xfrm>
          <a:prstGeom prst="rect">
            <a:avLst/>
          </a:prstGeom>
          <a:noFill/>
        </p:spPr>
        <p:txBody>
          <a:bodyPr wrap="none" lIns="91440" tIns="45720" rIns="91440" bIns="45720">
            <a:spAutoFit/>
          </a:bodyPr>
          <a:lstStyle/>
          <a:p>
            <a:pPr algn="ctr"/>
            <a:r>
              <a:rPr lang="vi-VN" sz="5400" dirty="0">
                <a:ln w="0"/>
                <a:effectLst>
                  <a:outerShdw blurRad="38100" dist="19050" dir="2700000" algn="tl" rotWithShape="0">
                    <a:schemeClr val="dk1">
                      <a:alpha val="40000"/>
                    </a:schemeClr>
                  </a:outerShdw>
                </a:effectLst>
              </a:rPr>
              <a:t> </a:t>
            </a:r>
            <a:endParaRPr lang="en-US" sz="5400" dirty="0">
              <a:ln w="0"/>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77A73A9C-9F39-757A-33D1-8EB3A9EA8DCA}"/>
              </a:ext>
            </a:extLst>
          </p:cNvPr>
          <p:cNvSpPr/>
          <p:nvPr/>
        </p:nvSpPr>
        <p:spPr>
          <a:xfrm>
            <a:off x="402772" y="1015186"/>
            <a:ext cx="9580491" cy="4370427"/>
          </a:xfrm>
          <a:prstGeom prst="rect">
            <a:avLst/>
          </a:prstGeom>
          <a:noFill/>
        </p:spPr>
        <p:txBody>
          <a:bodyPr wrap="square" lIns="91440" tIns="45720" rIns="91440" bIns="45720">
            <a:spAutoFit/>
          </a:bodyPr>
          <a:lstStyle/>
          <a:p>
            <a:pPr algn="ctr"/>
            <a:endParaRPr lang="vi-VN" sz="5400" b="0" cap="none" spc="0" dirty="0">
              <a:ln w="0"/>
              <a:solidFill>
                <a:schemeClr val="tx1"/>
              </a:solidFill>
              <a:effectLst>
                <a:outerShdw blurRad="38100" dist="19050" dir="2700000" algn="tl" rotWithShape="0">
                  <a:schemeClr val="dk1">
                    <a:alpha val="40000"/>
                  </a:schemeClr>
                </a:outerShdw>
              </a:effectLst>
            </a:endParaRPr>
          </a:p>
          <a:p>
            <a:pPr algn="just"/>
            <a:r>
              <a:rPr lang="vi-VN" sz="3200" dirty="0">
                <a:latin typeface="Times New Roman" panose="02020603050405020304" pitchFamily="18" charset="0"/>
                <a:cs typeface="Times New Roman" panose="02020603050405020304" pitchFamily="18" charset="0"/>
              </a:rPr>
              <a:t>Gamma là nền tảng AI giúp người dùng tạo bài thuyết trình nhanh chóng, thay thế PowerPoint truyền thống. Người dùng chỉ cần nhập nội dung, Gamma sẽ tự động thiết kế bố cục, hình ảnh, và slide chuyên nghiệp. </a:t>
            </a:r>
          </a:p>
          <a:p>
            <a:pPr algn="just"/>
            <a:r>
              <a:rPr lang="vi-VN" sz="3200" dirty="0">
                <a:latin typeface="Times New Roman" panose="02020603050405020304" pitchFamily="18" charset="0"/>
                <a:cs typeface="Times New Roman" panose="02020603050405020304" pitchFamily="18" charset="0"/>
              </a:rPr>
              <a:t>+ Ưu điểm: Tiết kiệm thời gian, thiết kế đẹp, dễ chỉnh sửa. </a:t>
            </a:r>
          </a:p>
          <a:p>
            <a:pPr algn="just"/>
            <a:r>
              <a:rPr lang="vi-VN" sz="3200" dirty="0">
                <a:latin typeface="Times New Roman" panose="02020603050405020304" pitchFamily="18" charset="0"/>
                <a:cs typeface="Times New Roman" panose="02020603050405020304" pitchFamily="18" charset="0"/>
              </a:rPr>
              <a:t>+ Nhược điểm: Cần tài khoản và mạng Internet ổn định.</a:t>
            </a:r>
            <a:endPar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6CF9EBB-DBD4-0A56-17D2-EA629EF6C99C}"/>
              </a:ext>
            </a:extLst>
          </p:cNvPr>
          <p:cNvSpPr/>
          <p:nvPr/>
        </p:nvSpPr>
        <p:spPr>
          <a:xfrm>
            <a:off x="438883" y="544592"/>
            <a:ext cx="3070071" cy="923330"/>
          </a:xfrm>
          <a:prstGeom prst="rect">
            <a:avLst/>
          </a:prstGeom>
          <a:noFill/>
        </p:spPr>
        <p:txBody>
          <a:bodyPr wrap="none" lIns="91440" tIns="45720" rIns="91440" bIns="45720">
            <a:spAutoFit/>
          </a:bodyPr>
          <a:lstStyle/>
          <a:p>
            <a:pPr algn="ctr"/>
            <a:r>
              <a:rPr lang="vi-VN" sz="5400" cap="none" spc="0" dirty="0">
                <a:ln w="0"/>
                <a:solidFill>
                  <a:schemeClr val="tx1"/>
                </a:solidFill>
                <a:latin typeface="Times New Roman" panose="02020603050405020304" pitchFamily="18" charset="0"/>
                <a:cs typeface="Times New Roman" panose="02020603050405020304" pitchFamily="18" charset="0"/>
              </a:rPr>
              <a:t>2. Gamma</a:t>
            </a:r>
            <a:endParaRPr lang="en-US" sz="5400" cap="none" spc="0" dirty="0">
              <a:ln w="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0851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0EB1BB-CC3C-B508-C7C4-F6BCFB841076}"/>
              </a:ext>
            </a:extLst>
          </p:cNvPr>
          <p:cNvSpPr/>
          <p:nvPr/>
        </p:nvSpPr>
        <p:spPr>
          <a:xfrm>
            <a:off x="536970" y="387420"/>
            <a:ext cx="2300630" cy="923330"/>
          </a:xfrm>
          <a:prstGeom prst="rect">
            <a:avLst/>
          </a:prstGeom>
          <a:noFill/>
        </p:spPr>
        <p:txBody>
          <a:bodyPr wrap="none" lIns="91440" tIns="45720" rIns="91440" bIns="45720">
            <a:spAutoFit/>
          </a:bodyPr>
          <a:lstStyle/>
          <a:p>
            <a:pPr algn="ctr"/>
            <a:r>
              <a:rPr lang="vi-VN" sz="5400" b="0" cap="none" spc="0" dirty="0">
                <a:ln w="0"/>
                <a:solidFill>
                  <a:schemeClr val="tx1"/>
                </a:solidFill>
                <a:latin typeface="Times New Roman" panose="02020603050405020304" pitchFamily="18" charset="0"/>
                <a:cs typeface="Times New Roman" panose="02020603050405020304" pitchFamily="18" charset="0"/>
              </a:rPr>
              <a:t>3. Suno</a:t>
            </a:r>
            <a:endParaRPr lang="en-US" sz="5400" b="0" cap="none" spc="0" dirty="0">
              <a:ln w="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AF6F6E5-4DD9-2560-1610-1F04E2E45E94}"/>
              </a:ext>
            </a:extLst>
          </p:cNvPr>
          <p:cNvSpPr/>
          <p:nvPr/>
        </p:nvSpPr>
        <p:spPr>
          <a:xfrm>
            <a:off x="314124" y="1855351"/>
            <a:ext cx="9728611" cy="3539430"/>
          </a:xfrm>
          <a:prstGeom prst="rect">
            <a:avLst/>
          </a:prstGeom>
          <a:noFill/>
        </p:spPr>
        <p:txBody>
          <a:bodyPr wrap="square" lIns="91440" tIns="45720" rIns="91440" bIns="45720">
            <a:spAutoFit/>
          </a:bodyPr>
          <a:lstStyle/>
          <a:p>
            <a:pPr algn="just"/>
            <a:r>
              <a:rPr lang="vi-VN" sz="3200" dirty="0">
                <a:latin typeface="Times New Roman" panose="02020603050405020304" pitchFamily="18" charset="0"/>
                <a:cs typeface="Times New Roman" panose="02020603050405020304" pitchFamily="18" charset="0"/>
              </a:rPr>
              <a:t>Suno AI là công cụ tạo nhạc bằng trí tuệ nhân tạo. Người dùng chỉ cần nhập lời gợi ý, Suno sẽ tự động tạo ra giai điệu, lời bài hát và bản phối hoàn chỉnh. </a:t>
            </a:r>
          </a:p>
          <a:p>
            <a:pPr algn="just"/>
            <a:r>
              <a:rPr lang="vi-VN" sz="3200" dirty="0">
                <a:latin typeface="Times New Roman" panose="02020603050405020304" pitchFamily="18" charset="0"/>
                <a:cs typeface="Times New Roman" panose="02020603050405020304" pitchFamily="18" charset="0"/>
              </a:rPr>
              <a:t>+ Ưu điểm: Dễ sử dụng, tạo nhạc nhanh, sáng tạo không giới hạn. </a:t>
            </a:r>
          </a:p>
          <a:p>
            <a:pPr algn="just"/>
            <a:r>
              <a:rPr lang="vi-VN" sz="3200" dirty="0">
                <a:latin typeface="Times New Roman" panose="02020603050405020304" pitchFamily="18" charset="0"/>
                <a:cs typeface="Times New Roman" panose="02020603050405020304" pitchFamily="18" charset="0"/>
              </a:rPr>
              <a:t>+ Nhược điểm: Còn hạn chế trong chất lượng âm thanh và bản quyền.</a:t>
            </a:r>
            <a:endPar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250880"/>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2D1314-D070-4970-E555-D1A957575F43}"/>
              </a:ext>
            </a:extLst>
          </p:cNvPr>
          <p:cNvSpPr/>
          <p:nvPr/>
        </p:nvSpPr>
        <p:spPr>
          <a:xfrm>
            <a:off x="542567" y="343878"/>
            <a:ext cx="2550698" cy="923330"/>
          </a:xfrm>
          <a:prstGeom prst="rect">
            <a:avLst/>
          </a:prstGeom>
          <a:noFill/>
        </p:spPr>
        <p:txBody>
          <a:bodyPr wrap="none" lIns="91440" tIns="45720" rIns="91440" bIns="45720">
            <a:spAutoFit/>
          </a:bodyPr>
          <a:lstStyle/>
          <a:p>
            <a:pPr algn="ctr"/>
            <a:r>
              <a:rPr lang="vi-VN"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Kết luận</a:t>
            </a:r>
            <a:endParaRPr lang="en-US"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12EE85D-C7C4-1AE5-8626-A7CB526E5479}"/>
              </a:ext>
            </a:extLst>
          </p:cNvPr>
          <p:cNvSpPr/>
          <p:nvPr/>
        </p:nvSpPr>
        <p:spPr>
          <a:xfrm>
            <a:off x="542567" y="1659285"/>
            <a:ext cx="8828314" cy="3539430"/>
          </a:xfrm>
          <a:prstGeom prst="rect">
            <a:avLst/>
          </a:prstGeom>
          <a:noFill/>
        </p:spPr>
        <p:txBody>
          <a:bodyPr wrap="square" lIns="91440" tIns="45720" rIns="91440" bIns="45720">
            <a:spAutoFit/>
          </a:bodyPr>
          <a:lstStyle/>
          <a:p>
            <a:pPr algn="just"/>
            <a:r>
              <a:rPr lang="vi-VN" sz="3200" dirty="0">
                <a:latin typeface="Times New Roman" panose="02020603050405020304" pitchFamily="18" charset="0"/>
                <a:cs typeface="Times New Roman" panose="02020603050405020304" pitchFamily="18" charset="0"/>
              </a:rPr>
              <a:t>Trí tuệ nhân tạo đang ngày càng phát triển và ảnh hưởng mạnh mẽ đến đời sống con người. Việc sử dụng các công cụ AI như ChatGPT, Gamma, và Suno giúp sinh viên, giáo viên và người lao động tiết kiệm thời gian, nâng cao hiệu quả công việc và học tập. Tuy nhiên, cần sử dụng AI một cách thông minh và có trách nhiệm.</a:t>
            </a:r>
            <a:endPar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223233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3F9FE3-F90A-97A6-503F-15DFEDBEE95A}"/>
              </a:ext>
            </a:extLst>
          </p:cNvPr>
          <p:cNvSpPr/>
          <p:nvPr/>
        </p:nvSpPr>
        <p:spPr>
          <a:xfrm>
            <a:off x="1069932" y="2329543"/>
            <a:ext cx="8814297" cy="1323439"/>
          </a:xfrm>
          <a:prstGeom prst="rect">
            <a:avLst/>
          </a:prstGeom>
          <a:noFill/>
        </p:spPr>
        <p:txBody>
          <a:bodyPr wrap="square" lIns="91440" tIns="45720" rIns="91440" bIns="45720">
            <a:spAutoFit/>
          </a:bodyPr>
          <a:lstStyle/>
          <a:p>
            <a:pPr algn="ctr"/>
            <a:r>
              <a:rPr lang="vi-VN" sz="4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CẢM ƠN THẦY CÔ VÀ CÁC BẠN ĐÃ LẮNG NGHE!</a:t>
            </a:r>
            <a:endParaRPr lang="en-US" sz="4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326965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120</TotalTime>
  <Words>733</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chip .</dc:creator>
  <cp:lastModifiedBy>chip .</cp:lastModifiedBy>
  <cp:revision>1</cp:revision>
  <dcterms:created xsi:type="dcterms:W3CDTF">2025-12-30T13:45:00Z</dcterms:created>
  <dcterms:modified xsi:type="dcterms:W3CDTF">2025-12-30T15:45:39Z</dcterms:modified>
</cp:coreProperties>
</file>