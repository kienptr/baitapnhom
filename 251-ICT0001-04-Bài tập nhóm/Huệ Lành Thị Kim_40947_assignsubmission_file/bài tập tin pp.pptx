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60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1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0677F6-BA34-4A43-A0AC-57709D765FB6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7B4777B-0AB4-4478-A36D-138D3DCB0729}">
      <dgm:prSet/>
      <dgm:spPr/>
      <dgm:t>
        <a:bodyPr/>
        <a:lstStyle/>
        <a:p>
          <a:r>
            <a:rPr lang="vi-VN" baseline="0"/>
            <a:t>AI do Google phát triển</a:t>
          </a:r>
          <a:endParaRPr lang="en-US"/>
        </a:p>
      </dgm:t>
    </dgm:pt>
    <dgm:pt modelId="{5922A1E3-B95F-47A4-984A-98E468DA1B25}" type="parTrans" cxnId="{B1C2CE6D-A39F-4166-95A0-A8DAE0AD1264}">
      <dgm:prSet/>
      <dgm:spPr/>
      <dgm:t>
        <a:bodyPr/>
        <a:lstStyle/>
        <a:p>
          <a:endParaRPr lang="en-US"/>
        </a:p>
      </dgm:t>
    </dgm:pt>
    <dgm:pt modelId="{1FFE3A1A-424F-400B-8FDE-3113A56EC109}" type="sibTrans" cxnId="{B1C2CE6D-A39F-4166-95A0-A8DAE0AD1264}">
      <dgm:prSet/>
      <dgm:spPr/>
      <dgm:t>
        <a:bodyPr/>
        <a:lstStyle/>
        <a:p>
          <a:endParaRPr lang="en-US"/>
        </a:p>
      </dgm:t>
    </dgm:pt>
    <dgm:pt modelId="{818DA4A1-CC30-4295-A660-80A7515CF979}">
      <dgm:prSet/>
      <dgm:spPr/>
      <dgm:t>
        <a:bodyPr/>
        <a:lstStyle/>
        <a:p>
          <a:r>
            <a:rPr lang="vi-VN" baseline="0"/>
            <a:t>Trước đây là Google Bard</a:t>
          </a:r>
          <a:endParaRPr lang="en-US"/>
        </a:p>
      </dgm:t>
    </dgm:pt>
    <dgm:pt modelId="{A7A64725-9464-436A-BF99-0FBE8B563E38}" type="parTrans" cxnId="{AC7B82C9-7C9F-498E-B1D6-9D66573F9297}">
      <dgm:prSet/>
      <dgm:spPr/>
      <dgm:t>
        <a:bodyPr/>
        <a:lstStyle/>
        <a:p>
          <a:endParaRPr lang="en-US"/>
        </a:p>
      </dgm:t>
    </dgm:pt>
    <dgm:pt modelId="{B096A338-F6BB-4BC5-B590-E9769CBD4DD2}" type="sibTrans" cxnId="{AC7B82C9-7C9F-498E-B1D6-9D66573F9297}">
      <dgm:prSet/>
      <dgm:spPr/>
      <dgm:t>
        <a:bodyPr/>
        <a:lstStyle/>
        <a:p>
          <a:endParaRPr lang="en-US"/>
        </a:p>
      </dgm:t>
    </dgm:pt>
    <dgm:pt modelId="{5A1E821D-870E-40FB-9EB4-7302EB759755}">
      <dgm:prSet/>
      <dgm:spPr/>
      <dgm:t>
        <a:bodyPr/>
        <a:lstStyle/>
        <a:p>
          <a:r>
            <a:rPr lang="vi-VN" baseline="0"/>
            <a:t>Hỗ trợ học tập và làm việc</a:t>
          </a:r>
          <a:endParaRPr lang="en-US"/>
        </a:p>
      </dgm:t>
    </dgm:pt>
    <dgm:pt modelId="{FEFB285C-E9FE-463B-A948-4DB69528DF1A}" type="parTrans" cxnId="{B57D6F72-EB4B-4C4F-9088-9E1BCD014D59}">
      <dgm:prSet/>
      <dgm:spPr/>
      <dgm:t>
        <a:bodyPr/>
        <a:lstStyle/>
        <a:p>
          <a:endParaRPr lang="en-US"/>
        </a:p>
      </dgm:t>
    </dgm:pt>
    <dgm:pt modelId="{63C0DCE9-32E1-4D77-8703-147AB0FEDC37}" type="sibTrans" cxnId="{B57D6F72-EB4B-4C4F-9088-9E1BCD014D59}">
      <dgm:prSet/>
      <dgm:spPr/>
      <dgm:t>
        <a:bodyPr/>
        <a:lstStyle/>
        <a:p>
          <a:endParaRPr lang="en-US"/>
        </a:p>
      </dgm:t>
    </dgm:pt>
    <dgm:pt modelId="{4C6B952C-98B2-9745-AD77-7AD2B53DE8D5}" type="pres">
      <dgm:prSet presAssocID="{020677F6-BA34-4A43-A0AC-57709D765FB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2A2C3A0-295E-634B-9040-DB1703D9C5C1}" type="pres">
      <dgm:prSet presAssocID="{B7B4777B-0AB4-4478-A36D-138D3DCB0729}" presName="hierRoot1" presStyleCnt="0"/>
      <dgm:spPr/>
    </dgm:pt>
    <dgm:pt modelId="{B8ED05B2-E623-8944-AB80-F51AAB62AB0F}" type="pres">
      <dgm:prSet presAssocID="{B7B4777B-0AB4-4478-A36D-138D3DCB0729}" presName="composite" presStyleCnt="0"/>
      <dgm:spPr/>
    </dgm:pt>
    <dgm:pt modelId="{25A20486-591F-514A-8305-9C607EC8A7DD}" type="pres">
      <dgm:prSet presAssocID="{B7B4777B-0AB4-4478-A36D-138D3DCB0729}" presName="background" presStyleLbl="node0" presStyleIdx="0" presStyleCnt="3"/>
      <dgm:spPr/>
    </dgm:pt>
    <dgm:pt modelId="{5157CF3C-9A8E-1442-90CE-F6CC2CAFC543}" type="pres">
      <dgm:prSet presAssocID="{B7B4777B-0AB4-4478-A36D-138D3DCB0729}" presName="text" presStyleLbl="fgAcc0" presStyleIdx="0" presStyleCnt="3">
        <dgm:presLayoutVars>
          <dgm:chPref val="3"/>
        </dgm:presLayoutVars>
      </dgm:prSet>
      <dgm:spPr/>
    </dgm:pt>
    <dgm:pt modelId="{40466CDF-5052-994B-BED0-21C675DD66DC}" type="pres">
      <dgm:prSet presAssocID="{B7B4777B-0AB4-4478-A36D-138D3DCB0729}" presName="hierChild2" presStyleCnt="0"/>
      <dgm:spPr/>
    </dgm:pt>
    <dgm:pt modelId="{8BD34022-3BCF-974C-8246-32D5B3694CF9}" type="pres">
      <dgm:prSet presAssocID="{818DA4A1-CC30-4295-A660-80A7515CF979}" presName="hierRoot1" presStyleCnt="0"/>
      <dgm:spPr/>
    </dgm:pt>
    <dgm:pt modelId="{529A96D3-B2B1-9041-A965-D961520B52E2}" type="pres">
      <dgm:prSet presAssocID="{818DA4A1-CC30-4295-A660-80A7515CF979}" presName="composite" presStyleCnt="0"/>
      <dgm:spPr/>
    </dgm:pt>
    <dgm:pt modelId="{6C065573-0ADD-3743-82F5-775BBBA747DD}" type="pres">
      <dgm:prSet presAssocID="{818DA4A1-CC30-4295-A660-80A7515CF979}" presName="background" presStyleLbl="node0" presStyleIdx="1" presStyleCnt="3"/>
      <dgm:spPr/>
    </dgm:pt>
    <dgm:pt modelId="{95159F5A-175B-8347-9097-3E65EDC6A1BE}" type="pres">
      <dgm:prSet presAssocID="{818DA4A1-CC30-4295-A660-80A7515CF979}" presName="text" presStyleLbl="fgAcc0" presStyleIdx="1" presStyleCnt="3">
        <dgm:presLayoutVars>
          <dgm:chPref val="3"/>
        </dgm:presLayoutVars>
      </dgm:prSet>
      <dgm:spPr/>
    </dgm:pt>
    <dgm:pt modelId="{8452BA06-B63C-BE44-A22E-CCAC1F4BAD9B}" type="pres">
      <dgm:prSet presAssocID="{818DA4A1-CC30-4295-A660-80A7515CF979}" presName="hierChild2" presStyleCnt="0"/>
      <dgm:spPr/>
    </dgm:pt>
    <dgm:pt modelId="{3809E3DA-6A04-BC4A-9E5B-8F2C883C9B26}" type="pres">
      <dgm:prSet presAssocID="{5A1E821D-870E-40FB-9EB4-7302EB759755}" presName="hierRoot1" presStyleCnt="0"/>
      <dgm:spPr/>
    </dgm:pt>
    <dgm:pt modelId="{8FDFDBA7-2CE9-D044-B01A-18484033B41D}" type="pres">
      <dgm:prSet presAssocID="{5A1E821D-870E-40FB-9EB4-7302EB759755}" presName="composite" presStyleCnt="0"/>
      <dgm:spPr/>
    </dgm:pt>
    <dgm:pt modelId="{4A80B84A-E7E1-CA4D-B1E7-60CDB39D1E10}" type="pres">
      <dgm:prSet presAssocID="{5A1E821D-870E-40FB-9EB4-7302EB759755}" presName="background" presStyleLbl="node0" presStyleIdx="2" presStyleCnt="3"/>
      <dgm:spPr/>
    </dgm:pt>
    <dgm:pt modelId="{0D486656-A59C-2343-BD7A-6A51292CEF13}" type="pres">
      <dgm:prSet presAssocID="{5A1E821D-870E-40FB-9EB4-7302EB759755}" presName="text" presStyleLbl="fgAcc0" presStyleIdx="2" presStyleCnt="3">
        <dgm:presLayoutVars>
          <dgm:chPref val="3"/>
        </dgm:presLayoutVars>
      </dgm:prSet>
      <dgm:spPr/>
    </dgm:pt>
    <dgm:pt modelId="{B0450398-C618-BE40-A8C4-7C25894E6FE3}" type="pres">
      <dgm:prSet presAssocID="{5A1E821D-870E-40FB-9EB4-7302EB759755}" presName="hierChild2" presStyleCnt="0"/>
      <dgm:spPr/>
    </dgm:pt>
  </dgm:ptLst>
  <dgm:cxnLst>
    <dgm:cxn modelId="{96F25922-583A-5746-80F4-1A94686B44B7}" type="presOf" srcId="{5A1E821D-870E-40FB-9EB4-7302EB759755}" destId="{0D486656-A59C-2343-BD7A-6A51292CEF13}" srcOrd="0" destOrd="0" presId="urn:microsoft.com/office/officeart/2005/8/layout/hierarchy1"/>
    <dgm:cxn modelId="{B1C2CE6D-A39F-4166-95A0-A8DAE0AD1264}" srcId="{020677F6-BA34-4A43-A0AC-57709D765FB6}" destId="{B7B4777B-0AB4-4478-A36D-138D3DCB0729}" srcOrd="0" destOrd="0" parTransId="{5922A1E3-B95F-47A4-984A-98E468DA1B25}" sibTransId="{1FFE3A1A-424F-400B-8FDE-3113A56EC109}"/>
    <dgm:cxn modelId="{B57D6F72-EB4B-4C4F-9088-9E1BCD014D59}" srcId="{020677F6-BA34-4A43-A0AC-57709D765FB6}" destId="{5A1E821D-870E-40FB-9EB4-7302EB759755}" srcOrd="2" destOrd="0" parTransId="{FEFB285C-E9FE-463B-A948-4DB69528DF1A}" sibTransId="{63C0DCE9-32E1-4D77-8703-147AB0FEDC37}"/>
    <dgm:cxn modelId="{89C125A0-781C-3E41-B1C0-C746CFE09D8C}" type="presOf" srcId="{B7B4777B-0AB4-4478-A36D-138D3DCB0729}" destId="{5157CF3C-9A8E-1442-90CE-F6CC2CAFC543}" srcOrd="0" destOrd="0" presId="urn:microsoft.com/office/officeart/2005/8/layout/hierarchy1"/>
    <dgm:cxn modelId="{289B57A5-1F5D-584E-B082-569A72DB384E}" type="presOf" srcId="{818DA4A1-CC30-4295-A660-80A7515CF979}" destId="{95159F5A-175B-8347-9097-3E65EDC6A1BE}" srcOrd="0" destOrd="0" presId="urn:microsoft.com/office/officeart/2005/8/layout/hierarchy1"/>
    <dgm:cxn modelId="{8A49B7AF-ADC4-6549-92AF-2F29FAFB1A40}" type="presOf" srcId="{020677F6-BA34-4A43-A0AC-57709D765FB6}" destId="{4C6B952C-98B2-9745-AD77-7AD2B53DE8D5}" srcOrd="0" destOrd="0" presId="urn:microsoft.com/office/officeart/2005/8/layout/hierarchy1"/>
    <dgm:cxn modelId="{AC7B82C9-7C9F-498E-B1D6-9D66573F9297}" srcId="{020677F6-BA34-4A43-A0AC-57709D765FB6}" destId="{818DA4A1-CC30-4295-A660-80A7515CF979}" srcOrd="1" destOrd="0" parTransId="{A7A64725-9464-436A-BF99-0FBE8B563E38}" sibTransId="{B096A338-F6BB-4BC5-B590-E9769CBD4DD2}"/>
    <dgm:cxn modelId="{B174628A-6A83-F34C-8EBC-35F8E6FF1DD9}" type="presParOf" srcId="{4C6B952C-98B2-9745-AD77-7AD2B53DE8D5}" destId="{E2A2C3A0-295E-634B-9040-DB1703D9C5C1}" srcOrd="0" destOrd="0" presId="urn:microsoft.com/office/officeart/2005/8/layout/hierarchy1"/>
    <dgm:cxn modelId="{B97E2F52-583D-A541-938F-21761533AB6A}" type="presParOf" srcId="{E2A2C3A0-295E-634B-9040-DB1703D9C5C1}" destId="{B8ED05B2-E623-8944-AB80-F51AAB62AB0F}" srcOrd="0" destOrd="0" presId="urn:microsoft.com/office/officeart/2005/8/layout/hierarchy1"/>
    <dgm:cxn modelId="{279B64C5-3F82-EF4B-A98F-CC2170AF55B1}" type="presParOf" srcId="{B8ED05B2-E623-8944-AB80-F51AAB62AB0F}" destId="{25A20486-591F-514A-8305-9C607EC8A7DD}" srcOrd="0" destOrd="0" presId="urn:microsoft.com/office/officeart/2005/8/layout/hierarchy1"/>
    <dgm:cxn modelId="{EC3E6387-33FE-C54B-80FA-DE00DCDC11C2}" type="presParOf" srcId="{B8ED05B2-E623-8944-AB80-F51AAB62AB0F}" destId="{5157CF3C-9A8E-1442-90CE-F6CC2CAFC543}" srcOrd="1" destOrd="0" presId="urn:microsoft.com/office/officeart/2005/8/layout/hierarchy1"/>
    <dgm:cxn modelId="{8489A028-B34D-A244-8568-4873E11F0E24}" type="presParOf" srcId="{E2A2C3A0-295E-634B-9040-DB1703D9C5C1}" destId="{40466CDF-5052-994B-BED0-21C675DD66DC}" srcOrd="1" destOrd="0" presId="urn:microsoft.com/office/officeart/2005/8/layout/hierarchy1"/>
    <dgm:cxn modelId="{977D105D-A538-0041-AFB9-CFAB2EA41878}" type="presParOf" srcId="{4C6B952C-98B2-9745-AD77-7AD2B53DE8D5}" destId="{8BD34022-3BCF-974C-8246-32D5B3694CF9}" srcOrd="1" destOrd="0" presId="urn:microsoft.com/office/officeart/2005/8/layout/hierarchy1"/>
    <dgm:cxn modelId="{65990309-4DC1-F648-8650-F5D78D900D6F}" type="presParOf" srcId="{8BD34022-3BCF-974C-8246-32D5B3694CF9}" destId="{529A96D3-B2B1-9041-A965-D961520B52E2}" srcOrd="0" destOrd="0" presId="urn:microsoft.com/office/officeart/2005/8/layout/hierarchy1"/>
    <dgm:cxn modelId="{845CF9F2-9210-1848-9C69-9269335CACC3}" type="presParOf" srcId="{529A96D3-B2B1-9041-A965-D961520B52E2}" destId="{6C065573-0ADD-3743-82F5-775BBBA747DD}" srcOrd="0" destOrd="0" presId="urn:microsoft.com/office/officeart/2005/8/layout/hierarchy1"/>
    <dgm:cxn modelId="{BB89B1D8-7AF1-0447-A4AB-9997A0A41143}" type="presParOf" srcId="{529A96D3-B2B1-9041-A965-D961520B52E2}" destId="{95159F5A-175B-8347-9097-3E65EDC6A1BE}" srcOrd="1" destOrd="0" presId="urn:microsoft.com/office/officeart/2005/8/layout/hierarchy1"/>
    <dgm:cxn modelId="{2DCD66ED-2D7C-A94B-9B6E-485D0B8F1FB3}" type="presParOf" srcId="{8BD34022-3BCF-974C-8246-32D5B3694CF9}" destId="{8452BA06-B63C-BE44-A22E-CCAC1F4BAD9B}" srcOrd="1" destOrd="0" presId="urn:microsoft.com/office/officeart/2005/8/layout/hierarchy1"/>
    <dgm:cxn modelId="{FCD50FC4-226C-4345-A7E8-D14669D1E4D0}" type="presParOf" srcId="{4C6B952C-98B2-9745-AD77-7AD2B53DE8D5}" destId="{3809E3DA-6A04-BC4A-9E5B-8F2C883C9B26}" srcOrd="2" destOrd="0" presId="urn:microsoft.com/office/officeart/2005/8/layout/hierarchy1"/>
    <dgm:cxn modelId="{9653974B-4FD1-F044-BE2E-79496ACA787B}" type="presParOf" srcId="{3809E3DA-6A04-BC4A-9E5B-8F2C883C9B26}" destId="{8FDFDBA7-2CE9-D044-B01A-18484033B41D}" srcOrd="0" destOrd="0" presId="urn:microsoft.com/office/officeart/2005/8/layout/hierarchy1"/>
    <dgm:cxn modelId="{EE3B0D16-5CD2-F146-8FFF-ECDBDF97828B}" type="presParOf" srcId="{8FDFDBA7-2CE9-D044-B01A-18484033B41D}" destId="{4A80B84A-E7E1-CA4D-B1E7-60CDB39D1E10}" srcOrd="0" destOrd="0" presId="urn:microsoft.com/office/officeart/2005/8/layout/hierarchy1"/>
    <dgm:cxn modelId="{5D6C2F0A-68C6-A542-A575-90D31198BFC3}" type="presParOf" srcId="{8FDFDBA7-2CE9-D044-B01A-18484033B41D}" destId="{0D486656-A59C-2343-BD7A-6A51292CEF13}" srcOrd="1" destOrd="0" presId="urn:microsoft.com/office/officeart/2005/8/layout/hierarchy1"/>
    <dgm:cxn modelId="{0848FDD5-4625-CF41-85CA-58AD508ADD39}" type="presParOf" srcId="{3809E3DA-6A04-BC4A-9E5B-8F2C883C9B26}" destId="{B0450398-C618-BE40-A8C4-7C25894E6FE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3F78C0-FF69-491A-92F6-39345FCCC556}" type="doc">
      <dgm:prSet loTypeId="urn:microsoft.com/office/officeart/2005/8/layout/cycle1" loCatId="cycle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A40D52B-B6D2-4411-BCAA-02040AD8DA33}">
      <dgm:prSet/>
      <dgm:spPr/>
      <dgm:t>
        <a:bodyPr/>
        <a:lstStyle/>
        <a:p>
          <a:r>
            <a:rPr lang="vi-VN" baseline="0"/>
            <a:t>Trả lời câu hỏi</a:t>
          </a:r>
          <a:endParaRPr lang="en-US"/>
        </a:p>
      </dgm:t>
    </dgm:pt>
    <dgm:pt modelId="{49356043-2271-4DC8-92E9-2409FE6AF7EE}" type="parTrans" cxnId="{4C27523B-A097-45FC-BCCB-4DBE52901FC9}">
      <dgm:prSet/>
      <dgm:spPr/>
      <dgm:t>
        <a:bodyPr/>
        <a:lstStyle/>
        <a:p>
          <a:endParaRPr lang="en-US"/>
        </a:p>
      </dgm:t>
    </dgm:pt>
    <dgm:pt modelId="{3AE07387-4020-46BF-BA93-6D0236C3BDFE}" type="sibTrans" cxnId="{4C27523B-A097-45FC-BCCB-4DBE52901FC9}">
      <dgm:prSet/>
      <dgm:spPr/>
      <dgm:t>
        <a:bodyPr/>
        <a:lstStyle/>
        <a:p>
          <a:endParaRPr lang="en-US"/>
        </a:p>
      </dgm:t>
    </dgm:pt>
    <dgm:pt modelId="{80FD1E4E-36C4-4386-B418-2316AE555E8A}">
      <dgm:prSet/>
      <dgm:spPr/>
      <dgm:t>
        <a:bodyPr/>
        <a:lstStyle/>
        <a:p>
          <a:r>
            <a:rPr lang="vi-VN" baseline="0"/>
            <a:t>Hỗ trợ học tập</a:t>
          </a:r>
          <a:endParaRPr lang="en-US"/>
        </a:p>
      </dgm:t>
    </dgm:pt>
    <dgm:pt modelId="{69F89CCE-07EB-4403-8538-79892BB93125}" type="parTrans" cxnId="{1ADF95D5-1B3B-4EBE-AABC-9F6262B56B43}">
      <dgm:prSet/>
      <dgm:spPr/>
      <dgm:t>
        <a:bodyPr/>
        <a:lstStyle/>
        <a:p>
          <a:endParaRPr lang="en-US"/>
        </a:p>
      </dgm:t>
    </dgm:pt>
    <dgm:pt modelId="{1E4CD35B-8EE5-4336-A3C4-A5C54EB2B745}" type="sibTrans" cxnId="{1ADF95D5-1B3B-4EBE-AABC-9F6262B56B43}">
      <dgm:prSet/>
      <dgm:spPr/>
      <dgm:t>
        <a:bodyPr/>
        <a:lstStyle/>
        <a:p>
          <a:endParaRPr lang="en-US"/>
        </a:p>
      </dgm:t>
    </dgm:pt>
    <dgm:pt modelId="{8397468F-6A5A-4392-8FFE-7E3F9A929B79}">
      <dgm:prSet/>
      <dgm:spPr/>
      <dgm:t>
        <a:bodyPr/>
        <a:lstStyle/>
        <a:p>
          <a:r>
            <a:rPr lang="vi-VN" baseline="0"/>
            <a:t>Soạn thảo văn bản</a:t>
          </a:r>
          <a:endParaRPr lang="en-US"/>
        </a:p>
      </dgm:t>
    </dgm:pt>
    <dgm:pt modelId="{08E77DC4-D332-4617-80EC-C5C645F6F864}" type="parTrans" cxnId="{A53F0C62-BD3C-42B8-B62D-A53220155833}">
      <dgm:prSet/>
      <dgm:spPr/>
      <dgm:t>
        <a:bodyPr/>
        <a:lstStyle/>
        <a:p>
          <a:endParaRPr lang="en-US"/>
        </a:p>
      </dgm:t>
    </dgm:pt>
    <dgm:pt modelId="{6012044D-CFB8-4998-BF93-6E2BC53FFF17}" type="sibTrans" cxnId="{A53F0C62-BD3C-42B8-B62D-A53220155833}">
      <dgm:prSet/>
      <dgm:spPr/>
      <dgm:t>
        <a:bodyPr/>
        <a:lstStyle/>
        <a:p>
          <a:endParaRPr lang="en-US"/>
        </a:p>
      </dgm:t>
    </dgm:pt>
    <dgm:pt modelId="{53D94A0B-B9DD-463F-8EEB-F6AD857257F4}">
      <dgm:prSet/>
      <dgm:spPr/>
      <dgm:t>
        <a:bodyPr/>
        <a:lstStyle/>
        <a:p>
          <a:r>
            <a:rPr lang="vi-VN" baseline="0"/>
            <a:t>Hỗ trợ lập trình </a:t>
          </a:r>
          <a:endParaRPr lang="en-US"/>
        </a:p>
      </dgm:t>
    </dgm:pt>
    <dgm:pt modelId="{C58E9F19-DA4D-4C67-9446-C3405E21110B}" type="parTrans" cxnId="{FE4EB553-5BBE-4E27-B6A3-D03E3A22494E}">
      <dgm:prSet/>
      <dgm:spPr/>
      <dgm:t>
        <a:bodyPr/>
        <a:lstStyle/>
        <a:p>
          <a:endParaRPr lang="en-US"/>
        </a:p>
      </dgm:t>
    </dgm:pt>
    <dgm:pt modelId="{A0B8871D-4983-4928-8059-072D542852FE}" type="sibTrans" cxnId="{FE4EB553-5BBE-4E27-B6A3-D03E3A22494E}">
      <dgm:prSet/>
      <dgm:spPr/>
      <dgm:t>
        <a:bodyPr/>
        <a:lstStyle/>
        <a:p>
          <a:endParaRPr lang="en-US"/>
        </a:p>
      </dgm:t>
    </dgm:pt>
    <dgm:pt modelId="{28FDECB5-41BC-B848-A5F0-B74A8DB9A30B}" type="pres">
      <dgm:prSet presAssocID="{FB3F78C0-FF69-491A-92F6-39345FCCC556}" presName="cycle" presStyleCnt="0">
        <dgm:presLayoutVars>
          <dgm:dir/>
          <dgm:resizeHandles val="exact"/>
        </dgm:presLayoutVars>
      </dgm:prSet>
      <dgm:spPr/>
    </dgm:pt>
    <dgm:pt modelId="{D528646A-6CD1-364E-83BF-28B940740F38}" type="pres">
      <dgm:prSet presAssocID="{2A40D52B-B6D2-4411-BCAA-02040AD8DA33}" presName="dummy" presStyleCnt="0"/>
      <dgm:spPr/>
    </dgm:pt>
    <dgm:pt modelId="{A99A872E-AB3E-1A40-A63F-22FD2069E428}" type="pres">
      <dgm:prSet presAssocID="{2A40D52B-B6D2-4411-BCAA-02040AD8DA33}" presName="node" presStyleLbl="revTx" presStyleIdx="0" presStyleCnt="4">
        <dgm:presLayoutVars>
          <dgm:bulletEnabled val="1"/>
        </dgm:presLayoutVars>
      </dgm:prSet>
      <dgm:spPr/>
    </dgm:pt>
    <dgm:pt modelId="{A497E8C4-F71D-5C49-9A19-9469AE73B1DA}" type="pres">
      <dgm:prSet presAssocID="{3AE07387-4020-46BF-BA93-6D0236C3BDFE}" presName="sibTrans" presStyleLbl="node1" presStyleIdx="0" presStyleCnt="4"/>
      <dgm:spPr/>
    </dgm:pt>
    <dgm:pt modelId="{B639FF1B-3D07-2B43-9E44-410A24E39F6B}" type="pres">
      <dgm:prSet presAssocID="{80FD1E4E-36C4-4386-B418-2316AE555E8A}" presName="dummy" presStyleCnt="0"/>
      <dgm:spPr/>
    </dgm:pt>
    <dgm:pt modelId="{820DF34D-089F-B742-A33E-EDF76F2CD1C7}" type="pres">
      <dgm:prSet presAssocID="{80FD1E4E-36C4-4386-B418-2316AE555E8A}" presName="node" presStyleLbl="revTx" presStyleIdx="1" presStyleCnt="4">
        <dgm:presLayoutVars>
          <dgm:bulletEnabled val="1"/>
        </dgm:presLayoutVars>
      </dgm:prSet>
      <dgm:spPr/>
    </dgm:pt>
    <dgm:pt modelId="{C0221E38-4D78-A541-845C-FD791B96B8A5}" type="pres">
      <dgm:prSet presAssocID="{1E4CD35B-8EE5-4336-A3C4-A5C54EB2B745}" presName="sibTrans" presStyleLbl="node1" presStyleIdx="1" presStyleCnt="4"/>
      <dgm:spPr/>
    </dgm:pt>
    <dgm:pt modelId="{87206B85-1E70-BD46-9D9E-175C38B41439}" type="pres">
      <dgm:prSet presAssocID="{8397468F-6A5A-4392-8FFE-7E3F9A929B79}" presName="dummy" presStyleCnt="0"/>
      <dgm:spPr/>
    </dgm:pt>
    <dgm:pt modelId="{8AC5ED61-C20B-3C46-A53C-FF73550CFAB8}" type="pres">
      <dgm:prSet presAssocID="{8397468F-6A5A-4392-8FFE-7E3F9A929B79}" presName="node" presStyleLbl="revTx" presStyleIdx="2" presStyleCnt="4">
        <dgm:presLayoutVars>
          <dgm:bulletEnabled val="1"/>
        </dgm:presLayoutVars>
      </dgm:prSet>
      <dgm:spPr/>
    </dgm:pt>
    <dgm:pt modelId="{2B5A97E7-6AE9-0D45-8453-3994AFFA124D}" type="pres">
      <dgm:prSet presAssocID="{6012044D-CFB8-4998-BF93-6E2BC53FFF17}" presName="sibTrans" presStyleLbl="node1" presStyleIdx="2" presStyleCnt="4"/>
      <dgm:spPr/>
    </dgm:pt>
    <dgm:pt modelId="{620D7AA0-E08A-DC43-A4EC-8DF45F55B622}" type="pres">
      <dgm:prSet presAssocID="{53D94A0B-B9DD-463F-8EEB-F6AD857257F4}" presName="dummy" presStyleCnt="0"/>
      <dgm:spPr/>
    </dgm:pt>
    <dgm:pt modelId="{9C4BF06D-6372-5E4E-BA5A-4FBC3619BD49}" type="pres">
      <dgm:prSet presAssocID="{53D94A0B-B9DD-463F-8EEB-F6AD857257F4}" presName="node" presStyleLbl="revTx" presStyleIdx="3" presStyleCnt="4">
        <dgm:presLayoutVars>
          <dgm:bulletEnabled val="1"/>
        </dgm:presLayoutVars>
      </dgm:prSet>
      <dgm:spPr/>
    </dgm:pt>
    <dgm:pt modelId="{807E4277-9B62-AC47-BD2F-580203F2553F}" type="pres">
      <dgm:prSet presAssocID="{A0B8871D-4983-4928-8059-072D542852FE}" presName="sibTrans" presStyleLbl="node1" presStyleIdx="3" presStyleCnt="4"/>
      <dgm:spPr/>
    </dgm:pt>
  </dgm:ptLst>
  <dgm:cxnLst>
    <dgm:cxn modelId="{3A734D00-F261-9848-B546-306BA94A0D85}" type="presOf" srcId="{1E4CD35B-8EE5-4336-A3C4-A5C54EB2B745}" destId="{C0221E38-4D78-A541-845C-FD791B96B8A5}" srcOrd="0" destOrd="0" presId="urn:microsoft.com/office/officeart/2005/8/layout/cycle1"/>
    <dgm:cxn modelId="{57492717-D546-2D4A-A997-8B064B7EB2CF}" type="presOf" srcId="{53D94A0B-B9DD-463F-8EEB-F6AD857257F4}" destId="{9C4BF06D-6372-5E4E-BA5A-4FBC3619BD49}" srcOrd="0" destOrd="0" presId="urn:microsoft.com/office/officeart/2005/8/layout/cycle1"/>
    <dgm:cxn modelId="{C1E02725-6750-254C-B86E-541CFB7ACEC7}" type="presOf" srcId="{6012044D-CFB8-4998-BF93-6E2BC53FFF17}" destId="{2B5A97E7-6AE9-0D45-8453-3994AFFA124D}" srcOrd="0" destOrd="0" presId="urn:microsoft.com/office/officeart/2005/8/layout/cycle1"/>
    <dgm:cxn modelId="{4E6BF82D-A490-5541-9DB2-9E5739794624}" type="presOf" srcId="{A0B8871D-4983-4928-8059-072D542852FE}" destId="{807E4277-9B62-AC47-BD2F-580203F2553F}" srcOrd="0" destOrd="0" presId="urn:microsoft.com/office/officeart/2005/8/layout/cycle1"/>
    <dgm:cxn modelId="{F3F2E730-FE3E-4340-A3E9-8E76B186A0BC}" type="presOf" srcId="{8397468F-6A5A-4392-8FFE-7E3F9A929B79}" destId="{8AC5ED61-C20B-3C46-A53C-FF73550CFAB8}" srcOrd="0" destOrd="0" presId="urn:microsoft.com/office/officeart/2005/8/layout/cycle1"/>
    <dgm:cxn modelId="{4C27523B-A097-45FC-BCCB-4DBE52901FC9}" srcId="{FB3F78C0-FF69-491A-92F6-39345FCCC556}" destId="{2A40D52B-B6D2-4411-BCAA-02040AD8DA33}" srcOrd="0" destOrd="0" parTransId="{49356043-2271-4DC8-92E9-2409FE6AF7EE}" sibTransId="{3AE07387-4020-46BF-BA93-6D0236C3BDFE}"/>
    <dgm:cxn modelId="{FE4EB553-5BBE-4E27-B6A3-D03E3A22494E}" srcId="{FB3F78C0-FF69-491A-92F6-39345FCCC556}" destId="{53D94A0B-B9DD-463F-8EEB-F6AD857257F4}" srcOrd="3" destOrd="0" parTransId="{C58E9F19-DA4D-4C67-9446-C3405E21110B}" sibTransId="{A0B8871D-4983-4928-8059-072D542852FE}"/>
    <dgm:cxn modelId="{A53F0C62-BD3C-42B8-B62D-A53220155833}" srcId="{FB3F78C0-FF69-491A-92F6-39345FCCC556}" destId="{8397468F-6A5A-4392-8FFE-7E3F9A929B79}" srcOrd="2" destOrd="0" parTransId="{08E77DC4-D332-4617-80EC-C5C645F6F864}" sibTransId="{6012044D-CFB8-4998-BF93-6E2BC53FFF17}"/>
    <dgm:cxn modelId="{3B196B66-FE3F-9E41-A250-F18D48FCF555}" type="presOf" srcId="{80FD1E4E-36C4-4386-B418-2316AE555E8A}" destId="{820DF34D-089F-B742-A33E-EDF76F2CD1C7}" srcOrd="0" destOrd="0" presId="urn:microsoft.com/office/officeart/2005/8/layout/cycle1"/>
    <dgm:cxn modelId="{7506C478-316B-204E-A7D1-A9A247B836CB}" type="presOf" srcId="{2A40D52B-B6D2-4411-BCAA-02040AD8DA33}" destId="{A99A872E-AB3E-1A40-A63F-22FD2069E428}" srcOrd="0" destOrd="0" presId="urn:microsoft.com/office/officeart/2005/8/layout/cycle1"/>
    <dgm:cxn modelId="{11E8659D-08FE-A449-8492-860579C2277A}" type="presOf" srcId="{FB3F78C0-FF69-491A-92F6-39345FCCC556}" destId="{28FDECB5-41BC-B848-A5F0-B74A8DB9A30B}" srcOrd="0" destOrd="0" presId="urn:microsoft.com/office/officeart/2005/8/layout/cycle1"/>
    <dgm:cxn modelId="{A7E8069F-164B-A441-B9F2-737D48B24EFC}" type="presOf" srcId="{3AE07387-4020-46BF-BA93-6D0236C3BDFE}" destId="{A497E8C4-F71D-5C49-9A19-9469AE73B1DA}" srcOrd="0" destOrd="0" presId="urn:microsoft.com/office/officeart/2005/8/layout/cycle1"/>
    <dgm:cxn modelId="{1ADF95D5-1B3B-4EBE-AABC-9F6262B56B43}" srcId="{FB3F78C0-FF69-491A-92F6-39345FCCC556}" destId="{80FD1E4E-36C4-4386-B418-2316AE555E8A}" srcOrd="1" destOrd="0" parTransId="{69F89CCE-07EB-4403-8538-79892BB93125}" sibTransId="{1E4CD35B-8EE5-4336-A3C4-A5C54EB2B745}"/>
    <dgm:cxn modelId="{CAAAC4C8-EB4B-E74A-8B5F-844923784844}" type="presParOf" srcId="{28FDECB5-41BC-B848-A5F0-B74A8DB9A30B}" destId="{D528646A-6CD1-364E-83BF-28B940740F38}" srcOrd="0" destOrd="0" presId="urn:microsoft.com/office/officeart/2005/8/layout/cycle1"/>
    <dgm:cxn modelId="{2B471EDB-50A7-0E40-9960-28B2787B7F19}" type="presParOf" srcId="{28FDECB5-41BC-B848-A5F0-B74A8DB9A30B}" destId="{A99A872E-AB3E-1A40-A63F-22FD2069E428}" srcOrd="1" destOrd="0" presId="urn:microsoft.com/office/officeart/2005/8/layout/cycle1"/>
    <dgm:cxn modelId="{20BF356D-1AD8-2843-8ED0-F59990B561ED}" type="presParOf" srcId="{28FDECB5-41BC-B848-A5F0-B74A8DB9A30B}" destId="{A497E8C4-F71D-5C49-9A19-9469AE73B1DA}" srcOrd="2" destOrd="0" presId="urn:microsoft.com/office/officeart/2005/8/layout/cycle1"/>
    <dgm:cxn modelId="{45A8D576-DCDF-EB4A-9933-85BD03A65E9A}" type="presParOf" srcId="{28FDECB5-41BC-B848-A5F0-B74A8DB9A30B}" destId="{B639FF1B-3D07-2B43-9E44-410A24E39F6B}" srcOrd="3" destOrd="0" presId="urn:microsoft.com/office/officeart/2005/8/layout/cycle1"/>
    <dgm:cxn modelId="{F8E9345C-89F8-E845-98ED-34BBC03CB24A}" type="presParOf" srcId="{28FDECB5-41BC-B848-A5F0-B74A8DB9A30B}" destId="{820DF34D-089F-B742-A33E-EDF76F2CD1C7}" srcOrd="4" destOrd="0" presId="urn:microsoft.com/office/officeart/2005/8/layout/cycle1"/>
    <dgm:cxn modelId="{19CBF44A-C46E-0A4E-A068-30595487C36E}" type="presParOf" srcId="{28FDECB5-41BC-B848-A5F0-B74A8DB9A30B}" destId="{C0221E38-4D78-A541-845C-FD791B96B8A5}" srcOrd="5" destOrd="0" presId="urn:microsoft.com/office/officeart/2005/8/layout/cycle1"/>
    <dgm:cxn modelId="{452C7208-2FF1-054D-AD5E-781FC4BEACD5}" type="presParOf" srcId="{28FDECB5-41BC-B848-A5F0-B74A8DB9A30B}" destId="{87206B85-1E70-BD46-9D9E-175C38B41439}" srcOrd="6" destOrd="0" presId="urn:microsoft.com/office/officeart/2005/8/layout/cycle1"/>
    <dgm:cxn modelId="{25123464-E445-CE47-9B58-059B95C7B435}" type="presParOf" srcId="{28FDECB5-41BC-B848-A5F0-B74A8DB9A30B}" destId="{8AC5ED61-C20B-3C46-A53C-FF73550CFAB8}" srcOrd="7" destOrd="0" presId="urn:microsoft.com/office/officeart/2005/8/layout/cycle1"/>
    <dgm:cxn modelId="{83850BC7-7271-6D4E-AC9F-475D6657CD33}" type="presParOf" srcId="{28FDECB5-41BC-B848-A5F0-B74A8DB9A30B}" destId="{2B5A97E7-6AE9-0D45-8453-3994AFFA124D}" srcOrd="8" destOrd="0" presId="urn:microsoft.com/office/officeart/2005/8/layout/cycle1"/>
    <dgm:cxn modelId="{613290A0-A478-0D40-BEF2-539E79974D87}" type="presParOf" srcId="{28FDECB5-41BC-B848-A5F0-B74A8DB9A30B}" destId="{620D7AA0-E08A-DC43-A4EC-8DF45F55B622}" srcOrd="9" destOrd="0" presId="urn:microsoft.com/office/officeart/2005/8/layout/cycle1"/>
    <dgm:cxn modelId="{190EBB54-1091-D646-8849-057142CA4746}" type="presParOf" srcId="{28FDECB5-41BC-B848-A5F0-B74A8DB9A30B}" destId="{9C4BF06D-6372-5E4E-BA5A-4FBC3619BD49}" srcOrd="10" destOrd="0" presId="urn:microsoft.com/office/officeart/2005/8/layout/cycle1"/>
    <dgm:cxn modelId="{45FDBFFB-0E83-A44D-A2F5-2063C1ABEF37}" type="presParOf" srcId="{28FDECB5-41BC-B848-A5F0-B74A8DB9A30B}" destId="{807E4277-9B62-AC47-BD2F-580203F2553F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9CB1E7-7654-4D2A-9357-479730F133F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CFEFB73-2644-427B-BA13-A1525D468BA4}">
      <dgm:prSet/>
      <dgm:spPr/>
      <dgm:t>
        <a:bodyPr/>
        <a:lstStyle/>
        <a:p>
          <a:r>
            <a:rPr lang="vi-VN" baseline="0"/>
            <a:t>Giải bài tập</a:t>
          </a:r>
          <a:endParaRPr lang="en-US"/>
        </a:p>
      </dgm:t>
    </dgm:pt>
    <dgm:pt modelId="{DED23749-B054-48DC-A7C1-2C924EE61402}" type="parTrans" cxnId="{85727C64-554C-4343-9402-4B038C063859}">
      <dgm:prSet/>
      <dgm:spPr/>
      <dgm:t>
        <a:bodyPr/>
        <a:lstStyle/>
        <a:p>
          <a:endParaRPr lang="en-US"/>
        </a:p>
      </dgm:t>
    </dgm:pt>
    <dgm:pt modelId="{947636EA-6ABA-401F-B4FB-B8CE258A4ECA}" type="sibTrans" cxnId="{85727C64-554C-4343-9402-4B038C063859}">
      <dgm:prSet/>
      <dgm:spPr/>
      <dgm:t>
        <a:bodyPr/>
        <a:lstStyle/>
        <a:p>
          <a:endParaRPr lang="en-US"/>
        </a:p>
      </dgm:t>
    </dgm:pt>
    <dgm:pt modelId="{6503B40D-1247-4B0F-BA9E-C97E7A5715FF}">
      <dgm:prSet/>
      <dgm:spPr/>
      <dgm:t>
        <a:bodyPr/>
        <a:lstStyle/>
        <a:p>
          <a:r>
            <a:rPr lang="vi-VN" baseline="0"/>
            <a:t>Tóm tắt tài liệu</a:t>
          </a:r>
          <a:endParaRPr lang="en-US"/>
        </a:p>
      </dgm:t>
    </dgm:pt>
    <dgm:pt modelId="{384DBB9A-F4FF-4907-B533-97BFDB3C70F6}" type="parTrans" cxnId="{28D1EF16-6C61-4F80-894B-FD1573DE7B74}">
      <dgm:prSet/>
      <dgm:spPr/>
      <dgm:t>
        <a:bodyPr/>
        <a:lstStyle/>
        <a:p>
          <a:endParaRPr lang="en-US"/>
        </a:p>
      </dgm:t>
    </dgm:pt>
    <dgm:pt modelId="{9D6473BA-C332-46D2-8F4A-B929EBD6BE38}" type="sibTrans" cxnId="{28D1EF16-6C61-4F80-894B-FD1573DE7B74}">
      <dgm:prSet/>
      <dgm:spPr/>
      <dgm:t>
        <a:bodyPr/>
        <a:lstStyle/>
        <a:p>
          <a:endParaRPr lang="en-US"/>
        </a:p>
      </dgm:t>
    </dgm:pt>
    <dgm:pt modelId="{D3472A37-5342-47DF-80C9-C92BC13A6BE2}">
      <dgm:prSet/>
      <dgm:spPr/>
      <dgm:t>
        <a:bodyPr/>
        <a:lstStyle/>
        <a:p>
          <a:r>
            <a:rPr lang="vi-VN" baseline="0"/>
            <a:t>Lập dàn ý ôn tập</a:t>
          </a:r>
          <a:endParaRPr lang="en-US"/>
        </a:p>
      </dgm:t>
    </dgm:pt>
    <dgm:pt modelId="{6A49A9F6-FFDF-48FC-BAB7-BF08F9BC98C8}" type="parTrans" cxnId="{790F79EE-5E95-409E-A953-44EC68D73F9E}">
      <dgm:prSet/>
      <dgm:spPr/>
      <dgm:t>
        <a:bodyPr/>
        <a:lstStyle/>
        <a:p>
          <a:endParaRPr lang="en-US"/>
        </a:p>
      </dgm:t>
    </dgm:pt>
    <dgm:pt modelId="{E4555CF4-E099-41E8-9E94-D065E5A0CB0D}" type="sibTrans" cxnId="{790F79EE-5E95-409E-A953-44EC68D73F9E}">
      <dgm:prSet/>
      <dgm:spPr/>
      <dgm:t>
        <a:bodyPr/>
        <a:lstStyle/>
        <a:p>
          <a:endParaRPr lang="en-US"/>
        </a:p>
      </dgm:t>
    </dgm:pt>
    <dgm:pt modelId="{84A6534F-24ED-524C-839D-9492BF07AAE2}" type="pres">
      <dgm:prSet presAssocID="{EE9CB1E7-7654-4D2A-9357-479730F133F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0C3419B-A27E-FC4E-8A29-E20C7D590FB3}" type="pres">
      <dgm:prSet presAssocID="{5CFEFB73-2644-427B-BA13-A1525D468BA4}" presName="hierRoot1" presStyleCnt="0"/>
      <dgm:spPr/>
    </dgm:pt>
    <dgm:pt modelId="{3C67598F-FF7E-0C4C-891E-EA19618EEC81}" type="pres">
      <dgm:prSet presAssocID="{5CFEFB73-2644-427B-BA13-A1525D468BA4}" presName="composite" presStyleCnt="0"/>
      <dgm:spPr/>
    </dgm:pt>
    <dgm:pt modelId="{95AFAC40-629B-484A-8AA0-C360CD8355DB}" type="pres">
      <dgm:prSet presAssocID="{5CFEFB73-2644-427B-BA13-A1525D468BA4}" presName="background" presStyleLbl="node0" presStyleIdx="0" presStyleCnt="3"/>
      <dgm:spPr/>
    </dgm:pt>
    <dgm:pt modelId="{7A4A30DE-3028-FB41-ADED-8E6D9B9A058A}" type="pres">
      <dgm:prSet presAssocID="{5CFEFB73-2644-427B-BA13-A1525D468BA4}" presName="text" presStyleLbl="fgAcc0" presStyleIdx="0" presStyleCnt="3">
        <dgm:presLayoutVars>
          <dgm:chPref val="3"/>
        </dgm:presLayoutVars>
      </dgm:prSet>
      <dgm:spPr/>
    </dgm:pt>
    <dgm:pt modelId="{DA8BF1E8-52AC-B94D-A422-B263FC38D47F}" type="pres">
      <dgm:prSet presAssocID="{5CFEFB73-2644-427B-BA13-A1525D468BA4}" presName="hierChild2" presStyleCnt="0"/>
      <dgm:spPr/>
    </dgm:pt>
    <dgm:pt modelId="{B32FD3C7-7E57-A444-8977-D5050827BA6B}" type="pres">
      <dgm:prSet presAssocID="{6503B40D-1247-4B0F-BA9E-C97E7A5715FF}" presName="hierRoot1" presStyleCnt="0"/>
      <dgm:spPr/>
    </dgm:pt>
    <dgm:pt modelId="{400E31A9-6A26-EB43-A589-7A190FD024DE}" type="pres">
      <dgm:prSet presAssocID="{6503B40D-1247-4B0F-BA9E-C97E7A5715FF}" presName="composite" presStyleCnt="0"/>
      <dgm:spPr/>
    </dgm:pt>
    <dgm:pt modelId="{466E1FAC-5166-B141-BD5A-4A3DA21B0B63}" type="pres">
      <dgm:prSet presAssocID="{6503B40D-1247-4B0F-BA9E-C97E7A5715FF}" presName="background" presStyleLbl="node0" presStyleIdx="1" presStyleCnt="3"/>
      <dgm:spPr/>
    </dgm:pt>
    <dgm:pt modelId="{E347E544-615D-7E43-AD3B-5F659CD73658}" type="pres">
      <dgm:prSet presAssocID="{6503B40D-1247-4B0F-BA9E-C97E7A5715FF}" presName="text" presStyleLbl="fgAcc0" presStyleIdx="1" presStyleCnt="3">
        <dgm:presLayoutVars>
          <dgm:chPref val="3"/>
        </dgm:presLayoutVars>
      </dgm:prSet>
      <dgm:spPr/>
    </dgm:pt>
    <dgm:pt modelId="{5588C4D7-212B-5747-BE1B-47654C1AD5B3}" type="pres">
      <dgm:prSet presAssocID="{6503B40D-1247-4B0F-BA9E-C97E7A5715FF}" presName="hierChild2" presStyleCnt="0"/>
      <dgm:spPr/>
    </dgm:pt>
    <dgm:pt modelId="{5240887C-DF48-DF42-9043-056E31A295E1}" type="pres">
      <dgm:prSet presAssocID="{D3472A37-5342-47DF-80C9-C92BC13A6BE2}" presName="hierRoot1" presStyleCnt="0"/>
      <dgm:spPr/>
    </dgm:pt>
    <dgm:pt modelId="{AA7E3401-61A4-6C4C-BB84-8A80DA38B475}" type="pres">
      <dgm:prSet presAssocID="{D3472A37-5342-47DF-80C9-C92BC13A6BE2}" presName="composite" presStyleCnt="0"/>
      <dgm:spPr/>
    </dgm:pt>
    <dgm:pt modelId="{F12C64A4-A7A4-2F43-87A6-C73C3310EA3F}" type="pres">
      <dgm:prSet presAssocID="{D3472A37-5342-47DF-80C9-C92BC13A6BE2}" presName="background" presStyleLbl="node0" presStyleIdx="2" presStyleCnt="3"/>
      <dgm:spPr/>
    </dgm:pt>
    <dgm:pt modelId="{91F38C72-14F1-BE46-ABF6-A98FE0173E06}" type="pres">
      <dgm:prSet presAssocID="{D3472A37-5342-47DF-80C9-C92BC13A6BE2}" presName="text" presStyleLbl="fgAcc0" presStyleIdx="2" presStyleCnt="3">
        <dgm:presLayoutVars>
          <dgm:chPref val="3"/>
        </dgm:presLayoutVars>
      </dgm:prSet>
      <dgm:spPr/>
    </dgm:pt>
    <dgm:pt modelId="{B07D7B0D-7F3E-9142-AE7B-AE09B83F6182}" type="pres">
      <dgm:prSet presAssocID="{D3472A37-5342-47DF-80C9-C92BC13A6BE2}" presName="hierChild2" presStyleCnt="0"/>
      <dgm:spPr/>
    </dgm:pt>
  </dgm:ptLst>
  <dgm:cxnLst>
    <dgm:cxn modelId="{3D804703-296F-8545-A08E-7AE463F640BA}" type="presOf" srcId="{6503B40D-1247-4B0F-BA9E-C97E7A5715FF}" destId="{E347E544-615D-7E43-AD3B-5F659CD73658}" srcOrd="0" destOrd="0" presId="urn:microsoft.com/office/officeart/2005/8/layout/hierarchy1"/>
    <dgm:cxn modelId="{28D1EF16-6C61-4F80-894B-FD1573DE7B74}" srcId="{EE9CB1E7-7654-4D2A-9357-479730F133F0}" destId="{6503B40D-1247-4B0F-BA9E-C97E7A5715FF}" srcOrd="1" destOrd="0" parTransId="{384DBB9A-F4FF-4907-B533-97BFDB3C70F6}" sibTransId="{9D6473BA-C332-46D2-8F4A-B929EBD6BE38}"/>
    <dgm:cxn modelId="{85727C64-554C-4343-9402-4B038C063859}" srcId="{EE9CB1E7-7654-4D2A-9357-479730F133F0}" destId="{5CFEFB73-2644-427B-BA13-A1525D468BA4}" srcOrd="0" destOrd="0" parTransId="{DED23749-B054-48DC-A7C1-2C924EE61402}" sibTransId="{947636EA-6ABA-401F-B4FB-B8CE258A4ECA}"/>
    <dgm:cxn modelId="{8FD90C6F-AE2E-7F47-834A-60C64BB25909}" type="presOf" srcId="{EE9CB1E7-7654-4D2A-9357-479730F133F0}" destId="{84A6534F-24ED-524C-839D-9492BF07AAE2}" srcOrd="0" destOrd="0" presId="urn:microsoft.com/office/officeart/2005/8/layout/hierarchy1"/>
    <dgm:cxn modelId="{2DCE3DA9-8293-B34E-9D26-1CD9AF540F35}" type="presOf" srcId="{D3472A37-5342-47DF-80C9-C92BC13A6BE2}" destId="{91F38C72-14F1-BE46-ABF6-A98FE0173E06}" srcOrd="0" destOrd="0" presId="urn:microsoft.com/office/officeart/2005/8/layout/hierarchy1"/>
    <dgm:cxn modelId="{790F79EE-5E95-409E-A953-44EC68D73F9E}" srcId="{EE9CB1E7-7654-4D2A-9357-479730F133F0}" destId="{D3472A37-5342-47DF-80C9-C92BC13A6BE2}" srcOrd="2" destOrd="0" parTransId="{6A49A9F6-FFDF-48FC-BAB7-BF08F9BC98C8}" sibTransId="{E4555CF4-E099-41E8-9E94-D065E5A0CB0D}"/>
    <dgm:cxn modelId="{0050B6EE-D673-CA4C-8EBB-A084CBCAFA2C}" type="presOf" srcId="{5CFEFB73-2644-427B-BA13-A1525D468BA4}" destId="{7A4A30DE-3028-FB41-ADED-8E6D9B9A058A}" srcOrd="0" destOrd="0" presId="urn:microsoft.com/office/officeart/2005/8/layout/hierarchy1"/>
    <dgm:cxn modelId="{3704E30D-F844-5247-A249-F4B4934647F1}" type="presParOf" srcId="{84A6534F-24ED-524C-839D-9492BF07AAE2}" destId="{10C3419B-A27E-FC4E-8A29-E20C7D590FB3}" srcOrd="0" destOrd="0" presId="urn:microsoft.com/office/officeart/2005/8/layout/hierarchy1"/>
    <dgm:cxn modelId="{C940F7B9-B207-4249-8ACC-23C12A80D2CF}" type="presParOf" srcId="{10C3419B-A27E-FC4E-8A29-E20C7D590FB3}" destId="{3C67598F-FF7E-0C4C-891E-EA19618EEC81}" srcOrd="0" destOrd="0" presId="urn:microsoft.com/office/officeart/2005/8/layout/hierarchy1"/>
    <dgm:cxn modelId="{C297928E-0714-9D4E-A42A-9DB430EF5897}" type="presParOf" srcId="{3C67598F-FF7E-0C4C-891E-EA19618EEC81}" destId="{95AFAC40-629B-484A-8AA0-C360CD8355DB}" srcOrd="0" destOrd="0" presId="urn:microsoft.com/office/officeart/2005/8/layout/hierarchy1"/>
    <dgm:cxn modelId="{D4862DB0-662B-5C40-B255-C0B26EDD4D8D}" type="presParOf" srcId="{3C67598F-FF7E-0C4C-891E-EA19618EEC81}" destId="{7A4A30DE-3028-FB41-ADED-8E6D9B9A058A}" srcOrd="1" destOrd="0" presId="urn:microsoft.com/office/officeart/2005/8/layout/hierarchy1"/>
    <dgm:cxn modelId="{C14C9094-ADE6-F24C-B39A-06EC03F59949}" type="presParOf" srcId="{10C3419B-A27E-FC4E-8A29-E20C7D590FB3}" destId="{DA8BF1E8-52AC-B94D-A422-B263FC38D47F}" srcOrd="1" destOrd="0" presId="urn:microsoft.com/office/officeart/2005/8/layout/hierarchy1"/>
    <dgm:cxn modelId="{89CE9FF2-66D3-2649-98C8-612157450D18}" type="presParOf" srcId="{84A6534F-24ED-524C-839D-9492BF07AAE2}" destId="{B32FD3C7-7E57-A444-8977-D5050827BA6B}" srcOrd="1" destOrd="0" presId="urn:microsoft.com/office/officeart/2005/8/layout/hierarchy1"/>
    <dgm:cxn modelId="{93329FE8-DDD2-9546-9BAF-30F36E1A4373}" type="presParOf" srcId="{B32FD3C7-7E57-A444-8977-D5050827BA6B}" destId="{400E31A9-6A26-EB43-A589-7A190FD024DE}" srcOrd="0" destOrd="0" presId="urn:microsoft.com/office/officeart/2005/8/layout/hierarchy1"/>
    <dgm:cxn modelId="{682D9BF2-DA90-2C45-BF39-F33792D6FDAF}" type="presParOf" srcId="{400E31A9-6A26-EB43-A589-7A190FD024DE}" destId="{466E1FAC-5166-B141-BD5A-4A3DA21B0B63}" srcOrd="0" destOrd="0" presId="urn:microsoft.com/office/officeart/2005/8/layout/hierarchy1"/>
    <dgm:cxn modelId="{1CC93320-4C35-6148-95AE-3096F2104003}" type="presParOf" srcId="{400E31A9-6A26-EB43-A589-7A190FD024DE}" destId="{E347E544-615D-7E43-AD3B-5F659CD73658}" srcOrd="1" destOrd="0" presId="urn:microsoft.com/office/officeart/2005/8/layout/hierarchy1"/>
    <dgm:cxn modelId="{0633B9A2-994B-464F-AF95-CD0C0A9B6E49}" type="presParOf" srcId="{B32FD3C7-7E57-A444-8977-D5050827BA6B}" destId="{5588C4D7-212B-5747-BE1B-47654C1AD5B3}" srcOrd="1" destOrd="0" presId="urn:microsoft.com/office/officeart/2005/8/layout/hierarchy1"/>
    <dgm:cxn modelId="{E6835A40-8ECA-7546-9BFE-1E32F03D7F81}" type="presParOf" srcId="{84A6534F-24ED-524C-839D-9492BF07AAE2}" destId="{5240887C-DF48-DF42-9043-056E31A295E1}" srcOrd="2" destOrd="0" presId="urn:microsoft.com/office/officeart/2005/8/layout/hierarchy1"/>
    <dgm:cxn modelId="{EBB71B42-CF0A-474F-9793-F4CDA6E1A2C8}" type="presParOf" srcId="{5240887C-DF48-DF42-9043-056E31A295E1}" destId="{AA7E3401-61A4-6C4C-BB84-8A80DA38B475}" srcOrd="0" destOrd="0" presId="urn:microsoft.com/office/officeart/2005/8/layout/hierarchy1"/>
    <dgm:cxn modelId="{DB62E77A-9BF7-CC49-94E2-D6AECC750C8D}" type="presParOf" srcId="{AA7E3401-61A4-6C4C-BB84-8A80DA38B475}" destId="{F12C64A4-A7A4-2F43-87A6-C73C3310EA3F}" srcOrd="0" destOrd="0" presId="urn:microsoft.com/office/officeart/2005/8/layout/hierarchy1"/>
    <dgm:cxn modelId="{41758A4D-6660-BC4F-94D2-BE198653149F}" type="presParOf" srcId="{AA7E3401-61A4-6C4C-BB84-8A80DA38B475}" destId="{91F38C72-14F1-BE46-ABF6-A98FE0173E06}" srcOrd="1" destOrd="0" presId="urn:microsoft.com/office/officeart/2005/8/layout/hierarchy1"/>
    <dgm:cxn modelId="{EF8FAF83-EBD2-7A4A-86BA-0BCCAED5E223}" type="presParOf" srcId="{5240887C-DF48-DF42-9043-056E31A295E1}" destId="{B07D7B0D-7F3E-9142-AE7B-AE09B83F618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2CD6444-3A71-4218-8D83-58913EFEB1EC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603E033-7657-4D4F-877C-EA7A03BB078F}">
      <dgm:prSet/>
      <dgm:spPr/>
      <dgm:t>
        <a:bodyPr/>
        <a:lstStyle/>
        <a:p>
          <a:r>
            <a:rPr lang="vi-VN" baseline="0"/>
            <a:t>Dễ sử dụng</a:t>
          </a:r>
          <a:endParaRPr lang="en-US"/>
        </a:p>
      </dgm:t>
    </dgm:pt>
    <dgm:pt modelId="{95D54023-DE3D-4B6A-9BE4-84F723681D30}" type="parTrans" cxnId="{7FC3112F-D424-482C-B0D7-806F69DB046A}">
      <dgm:prSet/>
      <dgm:spPr/>
      <dgm:t>
        <a:bodyPr/>
        <a:lstStyle/>
        <a:p>
          <a:endParaRPr lang="en-US"/>
        </a:p>
      </dgm:t>
    </dgm:pt>
    <dgm:pt modelId="{D4400732-CC0D-45CC-8B70-A9ADCAFA9187}" type="sibTrans" cxnId="{7FC3112F-D424-482C-B0D7-806F69DB046A}">
      <dgm:prSet/>
      <dgm:spPr/>
      <dgm:t>
        <a:bodyPr/>
        <a:lstStyle/>
        <a:p>
          <a:endParaRPr lang="en-US"/>
        </a:p>
      </dgm:t>
    </dgm:pt>
    <dgm:pt modelId="{DF66CEAE-94ED-4F24-983C-B68093834889}">
      <dgm:prSet/>
      <dgm:spPr/>
      <dgm:t>
        <a:bodyPr/>
        <a:lstStyle/>
        <a:p>
          <a:r>
            <a:rPr lang="vi-VN" baseline="0"/>
            <a:t>Tích hợp Google</a:t>
          </a:r>
          <a:endParaRPr lang="en-US"/>
        </a:p>
      </dgm:t>
    </dgm:pt>
    <dgm:pt modelId="{BA39F57D-D512-44B0-AFA7-96D094062EBB}" type="parTrans" cxnId="{EFC57BB8-BD1C-4146-83CA-0EEC541B3D82}">
      <dgm:prSet/>
      <dgm:spPr/>
      <dgm:t>
        <a:bodyPr/>
        <a:lstStyle/>
        <a:p>
          <a:endParaRPr lang="en-US"/>
        </a:p>
      </dgm:t>
    </dgm:pt>
    <dgm:pt modelId="{EB78C71F-3D1F-4CDB-B4D0-DCAEFB75670A}" type="sibTrans" cxnId="{EFC57BB8-BD1C-4146-83CA-0EEC541B3D82}">
      <dgm:prSet/>
      <dgm:spPr/>
      <dgm:t>
        <a:bodyPr/>
        <a:lstStyle/>
        <a:p>
          <a:endParaRPr lang="en-US"/>
        </a:p>
      </dgm:t>
    </dgm:pt>
    <dgm:pt modelId="{744BACF2-4760-46CF-8D7D-326E0D941B05}">
      <dgm:prSet/>
      <dgm:spPr/>
      <dgm:t>
        <a:bodyPr/>
        <a:lstStyle/>
        <a:p>
          <a:r>
            <a:rPr lang="vi-VN" baseline="0"/>
            <a:t>Trả lời nhanh</a:t>
          </a:r>
          <a:endParaRPr lang="en-US"/>
        </a:p>
      </dgm:t>
    </dgm:pt>
    <dgm:pt modelId="{AF333A86-9190-4C25-AA97-0C2E566792EC}" type="parTrans" cxnId="{9A364681-D668-4656-93B8-E6C11EC51AD3}">
      <dgm:prSet/>
      <dgm:spPr/>
      <dgm:t>
        <a:bodyPr/>
        <a:lstStyle/>
        <a:p>
          <a:endParaRPr lang="en-US"/>
        </a:p>
      </dgm:t>
    </dgm:pt>
    <dgm:pt modelId="{CC44B8F9-3A7C-4AB2-8722-618D0AF059B9}" type="sibTrans" cxnId="{9A364681-D668-4656-93B8-E6C11EC51AD3}">
      <dgm:prSet/>
      <dgm:spPr/>
      <dgm:t>
        <a:bodyPr/>
        <a:lstStyle/>
        <a:p>
          <a:endParaRPr lang="en-US"/>
        </a:p>
      </dgm:t>
    </dgm:pt>
    <dgm:pt modelId="{E9B1CC36-DCB5-40E0-BF1B-AE3308E44464}">
      <dgm:prSet/>
      <dgm:spPr/>
      <dgm:t>
        <a:bodyPr/>
        <a:lstStyle/>
        <a:p>
          <a:r>
            <a:rPr lang="vi-VN" baseline="0"/>
            <a:t>Miễn phí</a:t>
          </a:r>
          <a:endParaRPr lang="en-US"/>
        </a:p>
      </dgm:t>
    </dgm:pt>
    <dgm:pt modelId="{CDB4C978-B7DF-4FF8-8900-BA7493DEFF96}" type="parTrans" cxnId="{DCE7F2D8-05D3-4CFB-B397-274D927F4A67}">
      <dgm:prSet/>
      <dgm:spPr/>
      <dgm:t>
        <a:bodyPr/>
        <a:lstStyle/>
        <a:p>
          <a:endParaRPr lang="en-US"/>
        </a:p>
      </dgm:t>
    </dgm:pt>
    <dgm:pt modelId="{958DD4B5-CADA-48D4-8ECA-55FDD4A87A3C}" type="sibTrans" cxnId="{DCE7F2D8-05D3-4CFB-B397-274D927F4A67}">
      <dgm:prSet/>
      <dgm:spPr/>
      <dgm:t>
        <a:bodyPr/>
        <a:lstStyle/>
        <a:p>
          <a:endParaRPr lang="en-US"/>
        </a:p>
      </dgm:t>
    </dgm:pt>
    <dgm:pt modelId="{0D69E487-C7D6-B241-A589-489CE5EAFF11}" type="pres">
      <dgm:prSet presAssocID="{92CD6444-3A71-4218-8D83-58913EFEB1EC}" presName="outerComposite" presStyleCnt="0">
        <dgm:presLayoutVars>
          <dgm:chMax val="5"/>
          <dgm:dir/>
          <dgm:resizeHandles val="exact"/>
        </dgm:presLayoutVars>
      </dgm:prSet>
      <dgm:spPr/>
    </dgm:pt>
    <dgm:pt modelId="{A1B79FFA-435E-D043-8876-B1E9E05A78FF}" type="pres">
      <dgm:prSet presAssocID="{92CD6444-3A71-4218-8D83-58913EFEB1EC}" presName="dummyMaxCanvas" presStyleCnt="0">
        <dgm:presLayoutVars/>
      </dgm:prSet>
      <dgm:spPr/>
    </dgm:pt>
    <dgm:pt modelId="{8E5ACD4F-D549-334A-A14B-BA3321B1047B}" type="pres">
      <dgm:prSet presAssocID="{92CD6444-3A71-4218-8D83-58913EFEB1EC}" presName="FourNodes_1" presStyleLbl="node1" presStyleIdx="0" presStyleCnt="4">
        <dgm:presLayoutVars>
          <dgm:bulletEnabled val="1"/>
        </dgm:presLayoutVars>
      </dgm:prSet>
      <dgm:spPr/>
    </dgm:pt>
    <dgm:pt modelId="{3CB5B097-53B2-7F45-A420-EF6CF40E9EDC}" type="pres">
      <dgm:prSet presAssocID="{92CD6444-3A71-4218-8D83-58913EFEB1EC}" presName="FourNodes_2" presStyleLbl="node1" presStyleIdx="1" presStyleCnt="4">
        <dgm:presLayoutVars>
          <dgm:bulletEnabled val="1"/>
        </dgm:presLayoutVars>
      </dgm:prSet>
      <dgm:spPr/>
    </dgm:pt>
    <dgm:pt modelId="{B4CCA6AB-536D-6E4B-A371-F55BBFEB7D97}" type="pres">
      <dgm:prSet presAssocID="{92CD6444-3A71-4218-8D83-58913EFEB1EC}" presName="FourNodes_3" presStyleLbl="node1" presStyleIdx="2" presStyleCnt="4">
        <dgm:presLayoutVars>
          <dgm:bulletEnabled val="1"/>
        </dgm:presLayoutVars>
      </dgm:prSet>
      <dgm:spPr/>
    </dgm:pt>
    <dgm:pt modelId="{96107771-5979-1342-99D4-B2C25BC55204}" type="pres">
      <dgm:prSet presAssocID="{92CD6444-3A71-4218-8D83-58913EFEB1EC}" presName="FourNodes_4" presStyleLbl="node1" presStyleIdx="3" presStyleCnt="4">
        <dgm:presLayoutVars>
          <dgm:bulletEnabled val="1"/>
        </dgm:presLayoutVars>
      </dgm:prSet>
      <dgm:spPr/>
    </dgm:pt>
    <dgm:pt modelId="{24D11A94-81DD-6048-8F7F-75629C6C4BF7}" type="pres">
      <dgm:prSet presAssocID="{92CD6444-3A71-4218-8D83-58913EFEB1EC}" presName="FourConn_1-2" presStyleLbl="fgAccFollowNode1" presStyleIdx="0" presStyleCnt="3">
        <dgm:presLayoutVars>
          <dgm:bulletEnabled val="1"/>
        </dgm:presLayoutVars>
      </dgm:prSet>
      <dgm:spPr/>
    </dgm:pt>
    <dgm:pt modelId="{FDC2BF49-C5BF-A348-B936-ED6B9B40C29A}" type="pres">
      <dgm:prSet presAssocID="{92CD6444-3A71-4218-8D83-58913EFEB1EC}" presName="FourConn_2-3" presStyleLbl="fgAccFollowNode1" presStyleIdx="1" presStyleCnt="3">
        <dgm:presLayoutVars>
          <dgm:bulletEnabled val="1"/>
        </dgm:presLayoutVars>
      </dgm:prSet>
      <dgm:spPr/>
    </dgm:pt>
    <dgm:pt modelId="{B739D9EC-4982-C044-8A32-CA21228D1E99}" type="pres">
      <dgm:prSet presAssocID="{92CD6444-3A71-4218-8D83-58913EFEB1EC}" presName="FourConn_3-4" presStyleLbl="fgAccFollowNode1" presStyleIdx="2" presStyleCnt="3">
        <dgm:presLayoutVars>
          <dgm:bulletEnabled val="1"/>
        </dgm:presLayoutVars>
      </dgm:prSet>
      <dgm:spPr/>
    </dgm:pt>
    <dgm:pt modelId="{DE8F8524-C2BC-7045-BE22-8256E93CB78A}" type="pres">
      <dgm:prSet presAssocID="{92CD6444-3A71-4218-8D83-58913EFEB1EC}" presName="FourNodes_1_text" presStyleLbl="node1" presStyleIdx="3" presStyleCnt="4">
        <dgm:presLayoutVars>
          <dgm:bulletEnabled val="1"/>
        </dgm:presLayoutVars>
      </dgm:prSet>
      <dgm:spPr/>
    </dgm:pt>
    <dgm:pt modelId="{887D104F-4314-5E40-8870-AAE55498A4F0}" type="pres">
      <dgm:prSet presAssocID="{92CD6444-3A71-4218-8D83-58913EFEB1EC}" presName="FourNodes_2_text" presStyleLbl="node1" presStyleIdx="3" presStyleCnt="4">
        <dgm:presLayoutVars>
          <dgm:bulletEnabled val="1"/>
        </dgm:presLayoutVars>
      </dgm:prSet>
      <dgm:spPr/>
    </dgm:pt>
    <dgm:pt modelId="{EF2C19D9-516B-9D45-BB76-1A35F1AFCD60}" type="pres">
      <dgm:prSet presAssocID="{92CD6444-3A71-4218-8D83-58913EFEB1EC}" presName="FourNodes_3_text" presStyleLbl="node1" presStyleIdx="3" presStyleCnt="4">
        <dgm:presLayoutVars>
          <dgm:bulletEnabled val="1"/>
        </dgm:presLayoutVars>
      </dgm:prSet>
      <dgm:spPr/>
    </dgm:pt>
    <dgm:pt modelId="{59E60101-0B2A-9A43-A2FB-E80C7D054A9C}" type="pres">
      <dgm:prSet presAssocID="{92CD6444-3A71-4218-8D83-58913EFEB1E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A0BA2B0D-0713-5B44-9B6A-0C1F4FE811FA}" type="presOf" srcId="{CC44B8F9-3A7C-4AB2-8722-618D0AF059B9}" destId="{B739D9EC-4982-C044-8A32-CA21228D1E99}" srcOrd="0" destOrd="0" presId="urn:microsoft.com/office/officeart/2005/8/layout/vProcess5"/>
    <dgm:cxn modelId="{B8BE3817-0E90-3642-91CE-B47B008DF9ED}" type="presOf" srcId="{F603E033-7657-4D4F-877C-EA7A03BB078F}" destId="{DE8F8524-C2BC-7045-BE22-8256E93CB78A}" srcOrd="1" destOrd="0" presId="urn:microsoft.com/office/officeart/2005/8/layout/vProcess5"/>
    <dgm:cxn modelId="{5C6E5418-C064-8D43-BC51-A69EEF0CDD85}" type="presOf" srcId="{92CD6444-3A71-4218-8D83-58913EFEB1EC}" destId="{0D69E487-C7D6-B241-A589-489CE5EAFF11}" srcOrd="0" destOrd="0" presId="urn:microsoft.com/office/officeart/2005/8/layout/vProcess5"/>
    <dgm:cxn modelId="{DD80741F-EA9B-5C49-8C70-40C4C1D2DF26}" type="presOf" srcId="{E9B1CC36-DCB5-40E0-BF1B-AE3308E44464}" destId="{59E60101-0B2A-9A43-A2FB-E80C7D054A9C}" srcOrd="1" destOrd="0" presId="urn:microsoft.com/office/officeart/2005/8/layout/vProcess5"/>
    <dgm:cxn modelId="{7FC3112F-D424-482C-B0D7-806F69DB046A}" srcId="{92CD6444-3A71-4218-8D83-58913EFEB1EC}" destId="{F603E033-7657-4D4F-877C-EA7A03BB078F}" srcOrd="0" destOrd="0" parTransId="{95D54023-DE3D-4B6A-9BE4-84F723681D30}" sibTransId="{D4400732-CC0D-45CC-8B70-A9ADCAFA9187}"/>
    <dgm:cxn modelId="{21EF6F36-230F-5440-A54E-5359EF0019EE}" type="presOf" srcId="{EB78C71F-3D1F-4CDB-B4D0-DCAEFB75670A}" destId="{FDC2BF49-C5BF-A348-B936-ED6B9B40C29A}" srcOrd="0" destOrd="0" presId="urn:microsoft.com/office/officeart/2005/8/layout/vProcess5"/>
    <dgm:cxn modelId="{9A364681-D668-4656-93B8-E6C11EC51AD3}" srcId="{92CD6444-3A71-4218-8D83-58913EFEB1EC}" destId="{744BACF2-4760-46CF-8D7D-326E0D941B05}" srcOrd="2" destOrd="0" parTransId="{AF333A86-9190-4C25-AA97-0C2E566792EC}" sibTransId="{CC44B8F9-3A7C-4AB2-8722-618D0AF059B9}"/>
    <dgm:cxn modelId="{55245B84-DE65-E84A-97A3-0C21D75B3710}" type="presOf" srcId="{744BACF2-4760-46CF-8D7D-326E0D941B05}" destId="{B4CCA6AB-536D-6E4B-A371-F55BBFEB7D97}" srcOrd="0" destOrd="0" presId="urn:microsoft.com/office/officeart/2005/8/layout/vProcess5"/>
    <dgm:cxn modelId="{65C883AC-BF82-D149-AD96-9C45968D6364}" type="presOf" srcId="{DF66CEAE-94ED-4F24-983C-B68093834889}" destId="{887D104F-4314-5E40-8870-AAE55498A4F0}" srcOrd="1" destOrd="0" presId="urn:microsoft.com/office/officeart/2005/8/layout/vProcess5"/>
    <dgm:cxn modelId="{EFC57BB8-BD1C-4146-83CA-0EEC541B3D82}" srcId="{92CD6444-3A71-4218-8D83-58913EFEB1EC}" destId="{DF66CEAE-94ED-4F24-983C-B68093834889}" srcOrd="1" destOrd="0" parTransId="{BA39F57D-D512-44B0-AFA7-96D094062EBB}" sibTransId="{EB78C71F-3D1F-4CDB-B4D0-DCAEFB75670A}"/>
    <dgm:cxn modelId="{1D2B8CC0-0423-0B47-A846-9ADC24754552}" type="presOf" srcId="{744BACF2-4760-46CF-8D7D-326E0D941B05}" destId="{EF2C19D9-516B-9D45-BB76-1A35F1AFCD60}" srcOrd="1" destOrd="0" presId="urn:microsoft.com/office/officeart/2005/8/layout/vProcess5"/>
    <dgm:cxn modelId="{7909FBC2-2F53-6D49-9668-A0A68039EA46}" type="presOf" srcId="{E9B1CC36-DCB5-40E0-BF1B-AE3308E44464}" destId="{96107771-5979-1342-99D4-B2C25BC55204}" srcOrd="0" destOrd="0" presId="urn:microsoft.com/office/officeart/2005/8/layout/vProcess5"/>
    <dgm:cxn modelId="{F544A4D3-0ADA-4747-B6F4-41D4CE111433}" type="presOf" srcId="{D4400732-CC0D-45CC-8B70-A9ADCAFA9187}" destId="{24D11A94-81DD-6048-8F7F-75629C6C4BF7}" srcOrd="0" destOrd="0" presId="urn:microsoft.com/office/officeart/2005/8/layout/vProcess5"/>
    <dgm:cxn modelId="{DCE7F2D8-05D3-4CFB-B397-274D927F4A67}" srcId="{92CD6444-3A71-4218-8D83-58913EFEB1EC}" destId="{E9B1CC36-DCB5-40E0-BF1B-AE3308E44464}" srcOrd="3" destOrd="0" parTransId="{CDB4C978-B7DF-4FF8-8900-BA7493DEFF96}" sibTransId="{958DD4B5-CADA-48D4-8ECA-55FDD4A87A3C}"/>
    <dgm:cxn modelId="{348348EA-1857-7049-834F-E8663251C4B9}" type="presOf" srcId="{F603E033-7657-4D4F-877C-EA7A03BB078F}" destId="{8E5ACD4F-D549-334A-A14B-BA3321B1047B}" srcOrd="0" destOrd="0" presId="urn:microsoft.com/office/officeart/2005/8/layout/vProcess5"/>
    <dgm:cxn modelId="{D23769F8-1FBB-164E-BF85-39BDA5BA5D72}" type="presOf" srcId="{DF66CEAE-94ED-4F24-983C-B68093834889}" destId="{3CB5B097-53B2-7F45-A420-EF6CF40E9EDC}" srcOrd="0" destOrd="0" presId="urn:microsoft.com/office/officeart/2005/8/layout/vProcess5"/>
    <dgm:cxn modelId="{839D5026-5BCB-3C46-9E0A-398EC19B2269}" type="presParOf" srcId="{0D69E487-C7D6-B241-A589-489CE5EAFF11}" destId="{A1B79FFA-435E-D043-8876-B1E9E05A78FF}" srcOrd="0" destOrd="0" presId="urn:microsoft.com/office/officeart/2005/8/layout/vProcess5"/>
    <dgm:cxn modelId="{C3E86534-3C24-3F49-B4E0-65FC31DE77F8}" type="presParOf" srcId="{0D69E487-C7D6-B241-A589-489CE5EAFF11}" destId="{8E5ACD4F-D549-334A-A14B-BA3321B1047B}" srcOrd="1" destOrd="0" presId="urn:microsoft.com/office/officeart/2005/8/layout/vProcess5"/>
    <dgm:cxn modelId="{038685AF-9AAC-DC4A-801E-FDCFB303AA76}" type="presParOf" srcId="{0D69E487-C7D6-B241-A589-489CE5EAFF11}" destId="{3CB5B097-53B2-7F45-A420-EF6CF40E9EDC}" srcOrd="2" destOrd="0" presId="urn:microsoft.com/office/officeart/2005/8/layout/vProcess5"/>
    <dgm:cxn modelId="{B80F0DC1-C969-0042-946B-47F5314DEDD8}" type="presParOf" srcId="{0D69E487-C7D6-B241-A589-489CE5EAFF11}" destId="{B4CCA6AB-536D-6E4B-A371-F55BBFEB7D97}" srcOrd="3" destOrd="0" presId="urn:microsoft.com/office/officeart/2005/8/layout/vProcess5"/>
    <dgm:cxn modelId="{A22696E5-4297-924E-979C-ED78709A791D}" type="presParOf" srcId="{0D69E487-C7D6-B241-A589-489CE5EAFF11}" destId="{96107771-5979-1342-99D4-B2C25BC55204}" srcOrd="4" destOrd="0" presId="urn:microsoft.com/office/officeart/2005/8/layout/vProcess5"/>
    <dgm:cxn modelId="{F24232AC-DA60-C74F-9839-4BDCE8DD1409}" type="presParOf" srcId="{0D69E487-C7D6-B241-A589-489CE5EAFF11}" destId="{24D11A94-81DD-6048-8F7F-75629C6C4BF7}" srcOrd="5" destOrd="0" presId="urn:microsoft.com/office/officeart/2005/8/layout/vProcess5"/>
    <dgm:cxn modelId="{2C7A71B1-8DB0-BC4C-8856-370FF01C38F5}" type="presParOf" srcId="{0D69E487-C7D6-B241-A589-489CE5EAFF11}" destId="{FDC2BF49-C5BF-A348-B936-ED6B9B40C29A}" srcOrd="6" destOrd="0" presId="urn:microsoft.com/office/officeart/2005/8/layout/vProcess5"/>
    <dgm:cxn modelId="{BEAF39DA-1BA0-0945-8D26-E05EACAE7F3F}" type="presParOf" srcId="{0D69E487-C7D6-B241-A589-489CE5EAFF11}" destId="{B739D9EC-4982-C044-8A32-CA21228D1E99}" srcOrd="7" destOrd="0" presId="urn:microsoft.com/office/officeart/2005/8/layout/vProcess5"/>
    <dgm:cxn modelId="{23E3F77F-7FD4-F341-A283-99DAC7F49610}" type="presParOf" srcId="{0D69E487-C7D6-B241-A589-489CE5EAFF11}" destId="{DE8F8524-C2BC-7045-BE22-8256E93CB78A}" srcOrd="8" destOrd="0" presId="urn:microsoft.com/office/officeart/2005/8/layout/vProcess5"/>
    <dgm:cxn modelId="{12F4182C-2DD1-C642-9285-49AA15513575}" type="presParOf" srcId="{0D69E487-C7D6-B241-A589-489CE5EAFF11}" destId="{887D104F-4314-5E40-8870-AAE55498A4F0}" srcOrd="9" destOrd="0" presId="urn:microsoft.com/office/officeart/2005/8/layout/vProcess5"/>
    <dgm:cxn modelId="{E4A0C815-7DF1-1B42-B3B5-CB62160F1B5C}" type="presParOf" srcId="{0D69E487-C7D6-B241-A589-489CE5EAFF11}" destId="{EF2C19D9-516B-9D45-BB76-1A35F1AFCD60}" srcOrd="10" destOrd="0" presId="urn:microsoft.com/office/officeart/2005/8/layout/vProcess5"/>
    <dgm:cxn modelId="{0D168642-E87E-FA4F-9952-79EF6B02BF55}" type="presParOf" srcId="{0D69E487-C7D6-B241-A589-489CE5EAFF11}" destId="{59E60101-0B2A-9A43-A2FB-E80C7D054A9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452FFF5-2E4E-4066-AB00-FFC82F04A6A5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014ECDA-7BD0-4FF9-8D27-C5CD658493BB}">
      <dgm:prSet/>
      <dgm:spPr/>
      <dgm:t>
        <a:bodyPr/>
        <a:lstStyle/>
        <a:p>
          <a:r>
            <a:rPr lang="vi-VN" baseline="0"/>
            <a:t>Cần Internet</a:t>
          </a:r>
          <a:endParaRPr lang="en-US"/>
        </a:p>
      </dgm:t>
    </dgm:pt>
    <dgm:pt modelId="{B2068489-CE50-40DE-8DDD-984B3C8F93A4}" type="parTrans" cxnId="{78A0B690-9DA7-4702-A7D5-43AAE72CED62}">
      <dgm:prSet/>
      <dgm:spPr/>
      <dgm:t>
        <a:bodyPr/>
        <a:lstStyle/>
        <a:p>
          <a:endParaRPr lang="en-US"/>
        </a:p>
      </dgm:t>
    </dgm:pt>
    <dgm:pt modelId="{A642D1A0-EC6F-4F33-8F47-33A5EA31378C}" type="sibTrans" cxnId="{78A0B690-9DA7-4702-A7D5-43AAE72CED62}">
      <dgm:prSet/>
      <dgm:spPr/>
      <dgm:t>
        <a:bodyPr/>
        <a:lstStyle/>
        <a:p>
          <a:endParaRPr lang="en-US"/>
        </a:p>
      </dgm:t>
    </dgm:pt>
    <dgm:pt modelId="{4D28D033-C397-400E-A4EC-A738F532BBE2}">
      <dgm:prSet/>
      <dgm:spPr/>
      <dgm:t>
        <a:bodyPr/>
        <a:lstStyle/>
        <a:p>
          <a:r>
            <a:rPr lang="vi-VN" baseline="0"/>
            <a:t>Có thể chưa chính xác hoàn toàn</a:t>
          </a:r>
          <a:endParaRPr lang="en-US"/>
        </a:p>
      </dgm:t>
    </dgm:pt>
    <dgm:pt modelId="{6714DE74-F062-49DF-8A6D-A27096CA19E6}" type="parTrans" cxnId="{0C9C9B16-726A-4BC1-8531-16679C2A116A}">
      <dgm:prSet/>
      <dgm:spPr/>
      <dgm:t>
        <a:bodyPr/>
        <a:lstStyle/>
        <a:p>
          <a:endParaRPr lang="en-US"/>
        </a:p>
      </dgm:t>
    </dgm:pt>
    <dgm:pt modelId="{9566025D-DD98-4DC6-AAEC-CFD677819E31}" type="sibTrans" cxnId="{0C9C9B16-726A-4BC1-8531-16679C2A116A}">
      <dgm:prSet/>
      <dgm:spPr/>
      <dgm:t>
        <a:bodyPr/>
        <a:lstStyle/>
        <a:p>
          <a:endParaRPr lang="en-US"/>
        </a:p>
      </dgm:t>
    </dgm:pt>
    <dgm:pt modelId="{618E1532-4D17-E04E-ADA4-A2189177CC66}" type="pres">
      <dgm:prSet presAssocID="{F452FFF5-2E4E-4066-AB00-FFC82F04A6A5}" presName="Name0" presStyleCnt="0">
        <dgm:presLayoutVars>
          <dgm:dir/>
          <dgm:animLvl val="lvl"/>
          <dgm:resizeHandles val="exact"/>
        </dgm:presLayoutVars>
      </dgm:prSet>
      <dgm:spPr/>
    </dgm:pt>
    <dgm:pt modelId="{16928554-B279-8D43-BC34-824667882E95}" type="pres">
      <dgm:prSet presAssocID="{4D28D033-C397-400E-A4EC-A738F532BBE2}" presName="boxAndChildren" presStyleCnt="0"/>
      <dgm:spPr/>
    </dgm:pt>
    <dgm:pt modelId="{9A5BB9BA-0F58-CF40-AAA0-27CA7DC35BCA}" type="pres">
      <dgm:prSet presAssocID="{4D28D033-C397-400E-A4EC-A738F532BBE2}" presName="parentTextBox" presStyleLbl="node1" presStyleIdx="0" presStyleCnt="2"/>
      <dgm:spPr/>
    </dgm:pt>
    <dgm:pt modelId="{A49EDDF5-7F69-A54B-BC27-778B719E37C9}" type="pres">
      <dgm:prSet presAssocID="{A642D1A0-EC6F-4F33-8F47-33A5EA31378C}" presName="sp" presStyleCnt="0"/>
      <dgm:spPr/>
    </dgm:pt>
    <dgm:pt modelId="{FAA57771-8B27-6C4D-B37D-9D2F387DEADF}" type="pres">
      <dgm:prSet presAssocID="{B014ECDA-7BD0-4FF9-8D27-C5CD658493BB}" presName="arrowAndChildren" presStyleCnt="0"/>
      <dgm:spPr/>
    </dgm:pt>
    <dgm:pt modelId="{DA0E3BD3-6CD7-B24D-AE93-F22D89A5A793}" type="pres">
      <dgm:prSet presAssocID="{B014ECDA-7BD0-4FF9-8D27-C5CD658493BB}" presName="parentTextArrow" presStyleLbl="node1" presStyleIdx="1" presStyleCnt="2"/>
      <dgm:spPr/>
    </dgm:pt>
  </dgm:ptLst>
  <dgm:cxnLst>
    <dgm:cxn modelId="{0C9C9B16-726A-4BC1-8531-16679C2A116A}" srcId="{F452FFF5-2E4E-4066-AB00-FFC82F04A6A5}" destId="{4D28D033-C397-400E-A4EC-A738F532BBE2}" srcOrd="1" destOrd="0" parTransId="{6714DE74-F062-49DF-8A6D-A27096CA19E6}" sibTransId="{9566025D-DD98-4DC6-AAEC-CFD677819E31}"/>
    <dgm:cxn modelId="{EBF8FD24-1515-C344-B0A0-E728A902DF62}" type="presOf" srcId="{4D28D033-C397-400E-A4EC-A738F532BBE2}" destId="{9A5BB9BA-0F58-CF40-AAA0-27CA7DC35BCA}" srcOrd="0" destOrd="0" presId="urn:microsoft.com/office/officeart/2005/8/layout/process4"/>
    <dgm:cxn modelId="{78A0B690-9DA7-4702-A7D5-43AAE72CED62}" srcId="{F452FFF5-2E4E-4066-AB00-FFC82F04A6A5}" destId="{B014ECDA-7BD0-4FF9-8D27-C5CD658493BB}" srcOrd="0" destOrd="0" parTransId="{B2068489-CE50-40DE-8DDD-984B3C8F93A4}" sibTransId="{A642D1A0-EC6F-4F33-8F47-33A5EA31378C}"/>
    <dgm:cxn modelId="{B28F759B-08AF-A246-B317-D44E3AF84878}" type="presOf" srcId="{F452FFF5-2E4E-4066-AB00-FFC82F04A6A5}" destId="{618E1532-4D17-E04E-ADA4-A2189177CC66}" srcOrd="0" destOrd="0" presId="urn:microsoft.com/office/officeart/2005/8/layout/process4"/>
    <dgm:cxn modelId="{464ED9C9-BFB1-B44A-9D17-2F1133C05E07}" type="presOf" srcId="{B014ECDA-7BD0-4FF9-8D27-C5CD658493BB}" destId="{DA0E3BD3-6CD7-B24D-AE93-F22D89A5A793}" srcOrd="0" destOrd="0" presId="urn:microsoft.com/office/officeart/2005/8/layout/process4"/>
    <dgm:cxn modelId="{83423242-22DB-C340-93DD-76F70DA04778}" type="presParOf" srcId="{618E1532-4D17-E04E-ADA4-A2189177CC66}" destId="{16928554-B279-8D43-BC34-824667882E95}" srcOrd="0" destOrd="0" presId="urn:microsoft.com/office/officeart/2005/8/layout/process4"/>
    <dgm:cxn modelId="{CF0F5D3E-3956-574D-AC52-1C572B8F153B}" type="presParOf" srcId="{16928554-B279-8D43-BC34-824667882E95}" destId="{9A5BB9BA-0F58-CF40-AAA0-27CA7DC35BCA}" srcOrd="0" destOrd="0" presId="urn:microsoft.com/office/officeart/2005/8/layout/process4"/>
    <dgm:cxn modelId="{B0CB3AD5-1A96-2F47-967A-AF9D43FFF678}" type="presParOf" srcId="{618E1532-4D17-E04E-ADA4-A2189177CC66}" destId="{A49EDDF5-7F69-A54B-BC27-778B719E37C9}" srcOrd="1" destOrd="0" presId="urn:microsoft.com/office/officeart/2005/8/layout/process4"/>
    <dgm:cxn modelId="{6886F9C0-962B-AB41-A08C-78B221D3752C}" type="presParOf" srcId="{618E1532-4D17-E04E-ADA4-A2189177CC66}" destId="{FAA57771-8B27-6C4D-B37D-9D2F387DEADF}" srcOrd="2" destOrd="0" presId="urn:microsoft.com/office/officeart/2005/8/layout/process4"/>
    <dgm:cxn modelId="{8D8FCAD5-1DD7-4E49-BB6E-68CD338EBFD2}" type="presParOf" srcId="{FAA57771-8B27-6C4D-B37D-9D2F387DEADF}" destId="{DA0E3BD3-6CD7-B24D-AE93-F22D89A5A793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2D9370D-A7A2-457C-86DE-D8CD2842740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1951FA9-0493-4657-A0E7-F6D8DBA4A5F0}">
      <dgm:prSet/>
      <dgm:spPr/>
      <dgm:t>
        <a:bodyPr/>
        <a:lstStyle/>
        <a:p>
          <a:r>
            <a:rPr lang="vi-VN" baseline="0"/>
            <a:t>Sinh viên</a:t>
          </a:r>
          <a:endParaRPr lang="en-US"/>
        </a:p>
      </dgm:t>
    </dgm:pt>
    <dgm:pt modelId="{164B1231-147B-4397-A1AF-49213C2438B6}" type="parTrans" cxnId="{2EBE3484-7A41-4F3B-8904-A3BABF46699C}">
      <dgm:prSet/>
      <dgm:spPr/>
      <dgm:t>
        <a:bodyPr/>
        <a:lstStyle/>
        <a:p>
          <a:endParaRPr lang="en-US"/>
        </a:p>
      </dgm:t>
    </dgm:pt>
    <dgm:pt modelId="{E624CEC8-2016-4E96-B660-5137C627C11E}" type="sibTrans" cxnId="{2EBE3484-7A41-4F3B-8904-A3BABF46699C}">
      <dgm:prSet/>
      <dgm:spPr/>
      <dgm:t>
        <a:bodyPr/>
        <a:lstStyle/>
        <a:p>
          <a:endParaRPr lang="en-US"/>
        </a:p>
      </dgm:t>
    </dgm:pt>
    <dgm:pt modelId="{DB63775C-8FCB-4E41-B8BD-1A10E72FBFE2}">
      <dgm:prSet/>
      <dgm:spPr/>
      <dgm:t>
        <a:bodyPr/>
        <a:lstStyle/>
        <a:p>
          <a:r>
            <a:rPr lang="vi-VN" baseline="0"/>
            <a:t>Giáo viên</a:t>
          </a:r>
          <a:endParaRPr lang="en-US"/>
        </a:p>
      </dgm:t>
    </dgm:pt>
    <dgm:pt modelId="{8614E574-A0E8-41D5-96D0-06FEEF30700A}" type="parTrans" cxnId="{33CA1AA9-CBB3-4E12-9A14-CBE6641C393B}">
      <dgm:prSet/>
      <dgm:spPr/>
      <dgm:t>
        <a:bodyPr/>
        <a:lstStyle/>
        <a:p>
          <a:endParaRPr lang="en-US"/>
        </a:p>
      </dgm:t>
    </dgm:pt>
    <dgm:pt modelId="{5F61BA97-F289-45EB-8237-D500DF54E93A}" type="sibTrans" cxnId="{33CA1AA9-CBB3-4E12-9A14-CBE6641C393B}">
      <dgm:prSet/>
      <dgm:spPr/>
      <dgm:t>
        <a:bodyPr/>
        <a:lstStyle/>
        <a:p>
          <a:endParaRPr lang="en-US"/>
        </a:p>
      </dgm:t>
    </dgm:pt>
    <dgm:pt modelId="{FE1C5986-841A-466F-A5D2-7BE9C829EAE3}">
      <dgm:prSet/>
      <dgm:spPr/>
      <dgm:t>
        <a:bodyPr/>
        <a:lstStyle/>
        <a:p>
          <a:r>
            <a:rPr lang="vi-VN" baseline="0"/>
            <a:t>Nhân viên văn phòng</a:t>
          </a:r>
          <a:endParaRPr lang="en-US"/>
        </a:p>
      </dgm:t>
    </dgm:pt>
    <dgm:pt modelId="{3E603122-9F91-4C3F-B816-E47D7053B45A}" type="parTrans" cxnId="{2F7D79D2-8F60-49AB-A184-09D61740716E}">
      <dgm:prSet/>
      <dgm:spPr/>
      <dgm:t>
        <a:bodyPr/>
        <a:lstStyle/>
        <a:p>
          <a:endParaRPr lang="en-US"/>
        </a:p>
      </dgm:t>
    </dgm:pt>
    <dgm:pt modelId="{761EF980-B188-4233-B589-4EC403B49EAA}" type="sibTrans" cxnId="{2F7D79D2-8F60-49AB-A184-09D61740716E}">
      <dgm:prSet/>
      <dgm:spPr/>
      <dgm:t>
        <a:bodyPr/>
        <a:lstStyle/>
        <a:p>
          <a:endParaRPr lang="en-US"/>
        </a:p>
      </dgm:t>
    </dgm:pt>
    <dgm:pt modelId="{6B6106DF-205B-A848-A1C7-AB7C35B8B7D5}" type="pres">
      <dgm:prSet presAssocID="{F2D9370D-A7A2-457C-86DE-D8CD2842740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01D8192-6FBE-624E-8145-3087F38F13B8}" type="pres">
      <dgm:prSet presAssocID="{41951FA9-0493-4657-A0E7-F6D8DBA4A5F0}" presName="hierRoot1" presStyleCnt="0"/>
      <dgm:spPr/>
    </dgm:pt>
    <dgm:pt modelId="{694CF4FD-537A-7C47-8624-0F023628C984}" type="pres">
      <dgm:prSet presAssocID="{41951FA9-0493-4657-A0E7-F6D8DBA4A5F0}" presName="composite" presStyleCnt="0"/>
      <dgm:spPr/>
    </dgm:pt>
    <dgm:pt modelId="{00023A9D-751B-C248-A249-EB25FA478C09}" type="pres">
      <dgm:prSet presAssocID="{41951FA9-0493-4657-A0E7-F6D8DBA4A5F0}" presName="background" presStyleLbl="node0" presStyleIdx="0" presStyleCnt="3"/>
      <dgm:spPr/>
    </dgm:pt>
    <dgm:pt modelId="{9EF2BEAB-5172-C546-AB3C-6E0300BEBB46}" type="pres">
      <dgm:prSet presAssocID="{41951FA9-0493-4657-A0E7-F6D8DBA4A5F0}" presName="text" presStyleLbl="fgAcc0" presStyleIdx="0" presStyleCnt="3">
        <dgm:presLayoutVars>
          <dgm:chPref val="3"/>
        </dgm:presLayoutVars>
      </dgm:prSet>
      <dgm:spPr/>
    </dgm:pt>
    <dgm:pt modelId="{22C558C8-1CD3-4A43-AB70-E14218CDFFA8}" type="pres">
      <dgm:prSet presAssocID="{41951FA9-0493-4657-A0E7-F6D8DBA4A5F0}" presName="hierChild2" presStyleCnt="0"/>
      <dgm:spPr/>
    </dgm:pt>
    <dgm:pt modelId="{D395F8EC-258F-5B47-85F8-F15F3E2048C5}" type="pres">
      <dgm:prSet presAssocID="{DB63775C-8FCB-4E41-B8BD-1A10E72FBFE2}" presName="hierRoot1" presStyleCnt="0"/>
      <dgm:spPr/>
    </dgm:pt>
    <dgm:pt modelId="{FD9874C7-B4DB-944B-A048-4F6333FF4540}" type="pres">
      <dgm:prSet presAssocID="{DB63775C-8FCB-4E41-B8BD-1A10E72FBFE2}" presName="composite" presStyleCnt="0"/>
      <dgm:spPr/>
    </dgm:pt>
    <dgm:pt modelId="{DC5654D4-1EA0-6F43-8617-F3203F72B3D0}" type="pres">
      <dgm:prSet presAssocID="{DB63775C-8FCB-4E41-B8BD-1A10E72FBFE2}" presName="background" presStyleLbl="node0" presStyleIdx="1" presStyleCnt="3"/>
      <dgm:spPr/>
    </dgm:pt>
    <dgm:pt modelId="{9D9A37B7-82E8-A849-A577-CB05C4B897E2}" type="pres">
      <dgm:prSet presAssocID="{DB63775C-8FCB-4E41-B8BD-1A10E72FBFE2}" presName="text" presStyleLbl="fgAcc0" presStyleIdx="1" presStyleCnt="3">
        <dgm:presLayoutVars>
          <dgm:chPref val="3"/>
        </dgm:presLayoutVars>
      </dgm:prSet>
      <dgm:spPr/>
    </dgm:pt>
    <dgm:pt modelId="{24CC8C8B-7E3C-B047-8DAC-04EEC0F3DB4F}" type="pres">
      <dgm:prSet presAssocID="{DB63775C-8FCB-4E41-B8BD-1A10E72FBFE2}" presName="hierChild2" presStyleCnt="0"/>
      <dgm:spPr/>
    </dgm:pt>
    <dgm:pt modelId="{B2105488-761A-C245-980D-2A46879DF9AA}" type="pres">
      <dgm:prSet presAssocID="{FE1C5986-841A-466F-A5D2-7BE9C829EAE3}" presName="hierRoot1" presStyleCnt="0"/>
      <dgm:spPr/>
    </dgm:pt>
    <dgm:pt modelId="{5F53B6DD-D846-E049-8D37-BC4D8B5223EB}" type="pres">
      <dgm:prSet presAssocID="{FE1C5986-841A-466F-A5D2-7BE9C829EAE3}" presName="composite" presStyleCnt="0"/>
      <dgm:spPr/>
    </dgm:pt>
    <dgm:pt modelId="{0EEA63AC-490F-E34A-895E-CC3DA021C50E}" type="pres">
      <dgm:prSet presAssocID="{FE1C5986-841A-466F-A5D2-7BE9C829EAE3}" presName="background" presStyleLbl="node0" presStyleIdx="2" presStyleCnt="3"/>
      <dgm:spPr/>
    </dgm:pt>
    <dgm:pt modelId="{406EEE55-69E3-934B-83EC-E2C093B8F82E}" type="pres">
      <dgm:prSet presAssocID="{FE1C5986-841A-466F-A5D2-7BE9C829EAE3}" presName="text" presStyleLbl="fgAcc0" presStyleIdx="2" presStyleCnt="3">
        <dgm:presLayoutVars>
          <dgm:chPref val="3"/>
        </dgm:presLayoutVars>
      </dgm:prSet>
      <dgm:spPr/>
    </dgm:pt>
    <dgm:pt modelId="{A88175D4-C694-1045-9293-C14F26B1D015}" type="pres">
      <dgm:prSet presAssocID="{FE1C5986-841A-466F-A5D2-7BE9C829EAE3}" presName="hierChild2" presStyleCnt="0"/>
      <dgm:spPr/>
    </dgm:pt>
  </dgm:ptLst>
  <dgm:cxnLst>
    <dgm:cxn modelId="{EE5E6932-0222-DD4F-9938-1545534887A9}" type="presOf" srcId="{F2D9370D-A7A2-457C-86DE-D8CD28427408}" destId="{6B6106DF-205B-A848-A1C7-AB7C35B8B7D5}" srcOrd="0" destOrd="0" presId="urn:microsoft.com/office/officeart/2005/8/layout/hierarchy1"/>
    <dgm:cxn modelId="{4EC98E5D-F197-CF42-A2F9-4CCDCD4C761D}" type="presOf" srcId="{FE1C5986-841A-466F-A5D2-7BE9C829EAE3}" destId="{406EEE55-69E3-934B-83EC-E2C093B8F82E}" srcOrd="0" destOrd="0" presId="urn:microsoft.com/office/officeart/2005/8/layout/hierarchy1"/>
    <dgm:cxn modelId="{2EBE3484-7A41-4F3B-8904-A3BABF46699C}" srcId="{F2D9370D-A7A2-457C-86DE-D8CD28427408}" destId="{41951FA9-0493-4657-A0E7-F6D8DBA4A5F0}" srcOrd="0" destOrd="0" parTransId="{164B1231-147B-4397-A1AF-49213C2438B6}" sibTransId="{E624CEC8-2016-4E96-B660-5137C627C11E}"/>
    <dgm:cxn modelId="{33CA1AA9-CBB3-4E12-9A14-CBE6641C393B}" srcId="{F2D9370D-A7A2-457C-86DE-D8CD28427408}" destId="{DB63775C-8FCB-4E41-B8BD-1A10E72FBFE2}" srcOrd="1" destOrd="0" parTransId="{8614E574-A0E8-41D5-96D0-06FEEF30700A}" sibTransId="{5F61BA97-F289-45EB-8237-D500DF54E93A}"/>
    <dgm:cxn modelId="{2F7D79D2-8F60-49AB-A184-09D61740716E}" srcId="{F2D9370D-A7A2-457C-86DE-D8CD28427408}" destId="{FE1C5986-841A-466F-A5D2-7BE9C829EAE3}" srcOrd="2" destOrd="0" parTransId="{3E603122-9F91-4C3F-B816-E47D7053B45A}" sibTransId="{761EF980-B188-4233-B589-4EC403B49EAA}"/>
    <dgm:cxn modelId="{F939AED3-265C-0744-93AF-AE1B35AA97E9}" type="presOf" srcId="{DB63775C-8FCB-4E41-B8BD-1A10E72FBFE2}" destId="{9D9A37B7-82E8-A849-A577-CB05C4B897E2}" srcOrd="0" destOrd="0" presId="urn:microsoft.com/office/officeart/2005/8/layout/hierarchy1"/>
    <dgm:cxn modelId="{9743BFDB-F982-4842-A1A9-E8EC65A67276}" type="presOf" srcId="{41951FA9-0493-4657-A0E7-F6D8DBA4A5F0}" destId="{9EF2BEAB-5172-C546-AB3C-6E0300BEBB46}" srcOrd="0" destOrd="0" presId="urn:microsoft.com/office/officeart/2005/8/layout/hierarchy1"/>
    <dgm:cxn modelId="{F44E87C8-9370-6747-AF51-E647356EFB44}" type="presParOf" srcId="{6B6106DF-205B-A848-A1C7-AB7C35B8B7D5}" destId="{301D8192-6FBE-624E-8145-3087F38F13B8}" srcOrd="0" destOrd="0" presId="urn:microsoft.com/office/officeart/2005/8/layout/hierarchy1"/>
    <dgm:cxn modelId="{09F18A37-5DCE-7A4A-B2E0-976B0794B3C7}" type="presParOf" srcId="{301D8192-6FBE-624E-8145-3087F38F13B8}" destId="{694CF4FD-537A-7C47-8624-0F023628C984}" srcOrd="0" destOrd="0" presId="urn:microsoft.com/office/officeart/2005/8/layout/hierarchy1"/>
    <dgm:cxn modelId="{D5602C3C-770A-8748-9DC7-7779C817FBB1}" type="presParOf" srcId="{694CF4FD-537A-7C47-8624-0F023628C984}" destId="{00023A9D-751B-C248-A249-EB25FA478C09}" srcOrd="0" destOrd="0" presId="urn:microsoft.com/office/officeart/2005/8/layout/hierarchy1"/>
    <dgm:cxn modelId="{354F8EF5-26E0-FC46-A210-F69AC2B4F4C3}" type="presParOf" srcId="{694CF4FD-537A-7C47-8624-0F023628C984}" destId="{9EF2BEAB-5172-C546-AB3C-6E0300BEBB46}" srcOrd="1" destOrd="0" presId="urn:microsoft.com/office/officeart/2005/8/layout/hierarchy1"/>
    <dgm:cxn modelId="{FA0BE921-4CB3-BF4E-951A-CBBB5B03B7B9}" type="presParOf" srcId="{301D8192-6FBE-624E-8145-3087F38F13B8}" destId="{22C558C8-1CD3-4A43-AB70-E14218CDFFA8}" srcOrd="1" destOrd="0" presId="urn:microsoft.com/office/officeart/2005/8/layout/hierarchy1"/>
    <dgm:cxn modelId="{265BD99A-E072-AB41-BA36-4DD43E2331EC}" type="presParOf" srcId="{6B6106DF-205B-A848-A1C7-AB7C35B8B7D5}" destId="{D395F8EC-258F-5B47-85F8-F15F3E2048C5}" srcOrd="1" destOrd="0" presId="urn:microsoft.com/office/officeart/2005/8/layout/hierarchy1"/>
    <dgm:cxn modelId="{03424200-500A-5B4A-9CFA-E37EC06B58D2}" type="presParOf" srcId="{D395F8EC-258F-5B47-85F8-F15F3E2048C5}" destId="{FD9874C7-B4DB-944B-A048-4F6333FF4540}" srcOrd="0" destOrd="0" presId="urn:microsoft.com/office/officeart/2005/8/layout/hierarchy1"/>
    <dgm:cxn modelId="{D0D1CBD3-AC42-A441-8DE8-18A54E46BBF2}" type="presParOf" srcId="{FD9874C7-B4DB-944B-A048-4F6333FF4540}" destId="{DC5654D4-1EA0-6F43-8617-F3203F72B3D0}" srcOrd="0" destOrd="0" presId="urn:microsoft.com/office/officeart/2005/8/layout/hierarchy1"/>
    <dgm:cxn modelId="{F9830DAC-83AC-BA48-BE81-1C6BD5EBC23B}" type="presParOf" srcId="{FD9874C7-B4DB-944B-A048-4F6333FF4540}" destId="{9D9A37B7-82E8-A849-A577-CB05C4B897E2}" srcOrd="1" destOrd="0" presId="urn:microsoft.com/office/officeart/2005/8/layout/hierarchy1"/>
    <dgm:cxn modelId="{A26BD521-A85F-E447-8958-6CB603DBAF58}" type="presParOf" srcId="{D395F8EC-258F-5B47-85F8-F15F3E2048C5}" destId="{24CC8C8B-7E3C-B047-8DAC-04EEC0F3DB4F}" srcOrd="1" destOrd="0" presId="urn:microsoft.com/office/officeart/2005/8/layout/hierarchy1"/>
    <dgm:cxn modelId="{B0D52133-13E7-D646-9D8E-9EC33FACCF7D}" type="presParOf" srcId="{6B6106DF-205B-A848-A1C7-AB7C35B8B7D5}" destId="{B2105488-761A-C245-980D-2A46879DF9AA}" srcOrd="2" destOrd="0" presId="urn:microsoft.com/office/officeart/2005/8/layout/hierarchy1"/>
    <dgm:cxn modelId="{43B83CD2-1D7E-7847-B443-6D3A489C51C7}" type="presParOf" srcId="{B2105488-761A-C245-980D-2A46879DF9AA}" destId="{5F53B6DD-D846-E049-8D37-BC4D8B5223EB}" srcOrd="0" destOrd="0" presId="urn:microsoft.com/office/officeart/2005/8/layout/hierarchy1"/>
    <dgm:cxn modelId="{BB58EB4A-A092-1542-8463-E3CC10740672}" type="presParOf" srcId="{5F53B6DD-D846-E049-8D37-BC4D8B5223EB}" destId="{0EEA63AC-490F-E34A-895E-CC3DA021C50E}" srcOrd="0" destOrd="0" presId="urn:microsoft.com/office/officeart/2005/8/layout/hierarchy1"/>
    <dgm:cxn modelId="{E5C5A128-D18F-4241-9D3C-4DF99A5775C1}" type="presParOf" srcId="{5F53B6DD-D846-E049-8D37-BC4D8B5223EB}" destId="{406EEE55-69E3-934B-83EC-E2C093B8F82E}" srcOrd="1" destOrd="0" presId="urn:microsoft.com/office/officeart/2005/8/layout/hierarchy1"/>
    <dgm:cxn modelId="{CD727D3A-11E7-C148-A431-2676402A96A8}" type="presParOf" srcId="{B2105488-761A-C245-980D-2A46879DF9AA}" destId="{A88175D4-C694-1045-9293-C14F26B1D01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F88D775-5EE2-4B00-A6BB-54BD9800882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CB3F5C3-49A4-48A0-B470-03FA6BAEE21B}">
      <dgm:prSet/>
      <dgm:spPr/>
      <dgm:t>
        <a:bodyPr/>
        <a:lstStyle/>
        <a:p>
          <a:r>
            <a:rPr lang="vi-VN" baseline="0"/>
            <a:t>Gemini là công cụ AI hữu ích</a:t>
          </a:r>
          <a:endParaRPr lang="en-US"/>
        </a:p>
      </dgm:t>
    </dgm:pt>
    <dgm:pt modelId="{9920AE25-F768-485D-872D-E29699E6E12A}" type="parTrans" cxnId="{0B106B59-95F4-41B4-AF30-7BC4F70CAB32}">
      <dgm:prSet/>
      <dgm:spPr/>
      <dgm:t>
        <a:bodyPr/>
        <a:lstStyle/>
        <a:p>
          <a:endParaRPr lang="en-US"/>
        </a:p>
      </dgm:t>
    </dgm:pt>
    <dgm:pt modelId="{FD16A9C1-3131-4C3B-8E1D-A91321B1C118}" type="sibTrans" cxnId="{0B106B59-95F4-41B4-AF30-7BC4F70CAB32}">
      <dgm:prSet/>
      <dgm:spPr/>
      <dgm:t>
        <a:bodyPr/>
        <a:lstStyle/>
        <a:p>
          <a:endParaRPr lang="en-US"/>
        </a:p>
      </dgm:t>
    </dgm:pt>
    <dgm:pt modelId="{F8A688FA-CC7D-4D8D-BEF4-1CC07E46C332}">
      <dgm:prSet/>
      <dgm:spPr/>
      <dgm:t>
        <a:bodyPr/>
        <a:lstStyle/>
        <a:p>
          <a:r>
            <a:rPr lang="vi-VN" baseline="0"/>
            <a:t>Cần sử dụng hợp lý và chọn lọc</a:t>
          </a:r>
          <a:endParaRPr lang="en-US"/>
        </a:p>
      </dgm:t>
    </dgm:pt>
    <dgm:pt modelId="{5DAD7975-16FA-4A50-9AC5-BDBC698DF861}" type="parTrans" cxnId="{62C114FA-32F6-41BE-B3EC-B0B8B237DE38}">
      <dgm:prSet/>
      <dgm:spPr/>
      <dgm:t>
        <a:bodyPr/>
        <a:lstStyle/>
        <a:p>
          <a:endParaRPr lang="en-US"/>
        </a:p>
      </dgm:t>
    </dgm:pt>
    <dgm:pt modelId="{FD203A6E-75A1-4B82-8B6A-A59E7CFEF63C}" type="sibTrans" cxnId="{62C114FA-32F6-41BE-B3EC-B0B8B237DE38}">
      <dgm:prSet/>
      <dgm:spPr/>
      <dgm:t>
        <a:bodyPr/>
        <a:lstStyle/>
        <a:p>
          <a:endParaRPr lang="en-US"/>
        </a:p>
      </dgm:t>
    </dgm:pt>
    <dgm:pt modelId="{AACBB3B9-A33A-0643-891A-08CAD1BD2DD7}" type="pres">
      <dgm:prSet presAssocID="{5F88D775-5EE2-4B00-A6BB-54BD9800882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3EE726F-DF6D-C046-BAFC-6ECCA84A1D3B}" type="pres">
      <dgm:prSet presAssocID="{8CB3F5C3-49A4-48A0-B470-03FA6BAEE21B}" presName="hierRoot1" presStyleCnt="0"/>
      <dgm:spPr/>
    </dgm:pt>
    <dgm:pt modelId="{68713FE3-8C33-824D-92D6-C686EB9390E8}" type="pres">
      <dgm:prSet presAssocID="{8CB3F5C3-49A4-48A0-B470-03FA6BAEE21B}" presName="composite" presStyleCnt="0"/>
      <dgm:spPr/>
    </dgm:pt>
    <dgm:pt modelId="{61599824-891F-E642-AB76-0717F032C355}" type="pres">
      <dgm:prSet presAssocID="{8CB3F5C3-49A4-48A0-B470-03FA6BAEE21B}" presName="background" presStyleLbl="node0" presStyleIdx="0" presStyleCnt="2"/>
      <dgm:spPr/>
    </dgm:pt>
    <dgm:pt modelId="{01E691A1-E340-7D41-B38F-30A9E2EFAB1C}" type="pres">
      <dgm:prSet presAssocID="{8CB3F5C3-49A4-48A0-B470-03FA6BAEE21B}" presName="text" presStyleLbl="fgAcc0" presStyleIdx="0" presStyleCnt="2">
        <dgm:presLayoutVars>
          <dgm:chPref val="3"/>
        </dgm:presLayoutVars>
      </dgm:prSet>
      <dgm:spPr/>
    </dgm:pt>
    <dgm:pt modelId="{25F7BB77-A5CE-9144-8B6C-8BD182041921}" type="pres">
      <dgm:prSet presAssocID="{8CB3F5C3-49A4-48A0-B470-03FA6BAEE21B}" presName="hierChild2" presStyleCnt="0"/>
      <dgm:spPr/>
    </dgm:pt>
    <dgm:pt modelId="{2FD5B1A7-09E2-9548-95EC-F38FD7F72DB1}" type="pres">
      <dgm:prSet presAssocID="{F8A688FA-CC7D-4D8D-BEF4-1CC07E46C332}" presName="hierRoot1" presStyleCnt="0"/>
      <dgm:spPr/>
    </dgm:pt>
    <dgm:pt modelId="{C902AC6F-8A54-9349-A3E9-F2F3717FB231}" type="pres">
      <dgm:prSet presAssocID="{F8A688FA-CC7D-4D8D-BEF4-1CC07E46C332}" presName="composite" presStyleCnt="0"/>
      <dgm:spPr/>
    </dgm:pt>
    <dgm:pt modelId="{2DF56A1C-9E3E-5A49-AE38-BBEA11E0F289}" type="pres">
      <dgm:prSet presAssocID="{F8A688FA-CC7D-4D8D-BEF4-1CC07E46C332}" presName="background" presStyleLbl="node0" presStyleIdx="1" presStyleCnt="2"/>
      <dgm:spPr/>
    </dgm:pt>
    <dgm:pt modelId="{9A46E835-D4BD-A647-8A52-56811E5943E8}" type="pres">
      <dgm:prSet presAssocID="{F8A688FA-CC7D-4D8D-BEF4-1CC07E46C332}" presName="text" presStyleLbl="fgAcc0" presStyleIdx="1" presStyleCnt="2">
        <dgm:presLayoutVars>
          <dgm:chPref val="3"/>
        </dgm:presLayoutVars>
      </dgm:prSet>
      <dgm:spPr/>
    </dgm:pt>
    <dgm:pt modelId="{172E6100-A60C-A54A-9DE1-B30CBD8D3376}" type="pres">
      <dgm:prSet presAssocID="{F8A688FA-CC7D-4D8D-BEF4-1CC07E46C332}" presName="hierChild2" presStyleCnt="0"/>
      <dgm:spPr/>
    </dgm:pt>
  </dgm:ptLst>
  <dgm:cxnLst>
    <dgm:cxn modelId="{649CF131-C942-294C-B7CD-5CD2DE6C39DD}" type="presOf" srcId="{5F88D775-5EE2-4B00-A6BB-54BD98008823}" destId="{AACBB3B9-A33A-0643-891A-08CAD1BD2DD7}" srcOrd="0" destOrd="0" presId="urn:microsoft.com/office/officeart/2005/8/layout/hierarchy1"/>
    <dgm:cxn modelId="{924A8457-0D6E-664F-8FD2-145CEBA3046E}" type="presOf" srcId="{8CB3F5C3-49A4-48A0-B470-03FA6BAEE21B}" destId="{01E691A1-E340-7D41-B38F-30A9E2EFAB1C}" srcOrd="0" destOrd="0" presId="urn:microsoft.com/office/officeart/2005/8/layout/hierarchy1"/>
    <dgm:cxn modelId="{0B106B59-95F4-41B4-AF30-7BC4F70CAB32}" srcId="{5F88D775-5EE2-4B00-A6BB-54BD98008823}" destId="{8CB3F5C3-49A4-48A0-B470-03FA6BAEE21B}" srcOrd="0" destOrd="0" parTransId="{9920AE25-F768-485D-872D-E29699E6E12A}" sibTransId="{FD16A9C1-3131-4C3B-8E1D-A91321B1C118}"/>
    <dgm:cxn modelId="{7C5147BF-EBF9-E842-A5FE-7AB74410033C}" type="presOf" srcId="{F8A688FA-CC7D-4D8D-BEF4-1CC07E46C332}" destId="{9A46E835-D4BD-A647-8A52-56811E5943E8}" srcOrd="0" destOrd="0" presId="urn:microsoft.com/office/officeart/2005/8/layout/hierarchy1"/>
    <dgm:cxn modelId="{62C114FA-32F6-41BE-B3EC-B0B8B237DE38}" srcId="{5F88D775-5EE2-4B00-A6BB-54BD98008823}" destId="{F8A688FA-CC7D-4D8D-BEF4-1CC07E46C332}" srcOrd="1" destOrd="0" parTransId="{5DAD7975-16FA-4A50-9AC5-BDBC698DF861}" sibTransId="{FD203A6E-75A1-4B82-8B6A-A59E7CFEF63C}"/>
    <dgm:cxn modelId="{CECC8CC8-C44F-804E-B198-AD78C4CF0FD1}" type="presParOf" srcId="{AACBB3B9-A33A-0643-891A-08CAD1BD2DD7}" destId="{63EE726F-DF6D-C046-BAFC-6ECCA84A1D3B}" srcOrd="0" destOrd="0" presId="urn:microsoft.com/office/officeart/2005/8/layout/hierarchy1"/>
    <dgm:cxn modelId="{46E9A9A0-7B05-F041-8FC2-A3F9CAEB344B}" type="presParOf" srcId="{63EE726F-DF6D-C046-BAFC-6ECCA84A1D3B}" destId="{68713FE3-8C33-824D-92D6-C686EB9390E8}" srcOrd="0" destOrd="0" presId="urn:microsoft.com/office/officeart/2005/8/layout/hierarchy1"/>
    <dgm:cxn modelId="{4FB070D5-A9F7-9248-B4C1-517CCC22B64E}" type="presParOf" srcId="{68713FE3-8C33-824D-92D6-C686EB9390E8}" destId="{61599824-891F-E642-AB76-0717F032C355}" srcOrd="0" destOrd="0" presId="urn:microsoft.com/office/officeart/2005/8/layout/hierarchy1"/>
    <dgm:cxn modelId="{4E2ECB6D-26B7-464B-8EB0-42FD8372354C}" type="presParOf" srcId="{68713FE3-8C33-824D-92D6-C686EB9390E8}" destId="{01E691A1-E340-7D41-B38F-30A9E2EFAB1C}" srcOrd="1" destOrd="0" presId="urn:microsoft.com/office/officeart/2005/8/layout/hierarchy1"/>
    <dgm:cxn modelId="{3CB0C4F6-F30A-3B48-8088-3D7445A90A1D}" type="presParOf" srcId="{63EE726F-DF6D-C046-BAFC-6ECCA84A1D3B}" destId="{25F7BB77-A5CE-9144-8B6C-8BD182041921}" srcOrd="1" destOrd="0" presId="urn:microsoft.com/office/officeart/2005/8/layout/hierarchy1"/>
    <dgm:cxn modelId="{B57FB089-C780-394A-AD79-C4420A9D1127}" type="presParOf" srcId="{AACBB3B9-A33A-0643-891A-08CAD1BD2DD7}" destId="{2FD5B1A7-09E2-9548-95EC-F38FD7F72DB1}" srcOrd="1" destOrd="0" presId="urn:microsoft.com/office/officeart/2005/8/layout/hierarchy1"/>
    <dgm:cxn modelId="{6561667D-E186-FD40-A289-09E0BF4DEDE5}" type="presParOf" srcId="{2FD5B1A7-09E2-9548-95EC-F38FD7F72DB1}" destId="{C902AC6F-8A54-9349-A3E9-F2F3717FB231}" srcOrd="0" destOrd="0" presId="urn:microsoft.com/office/officeart/2005/8/layout/hierarchy1"/>
    <dgm:cxn modelId="{D58C934E-4418-D546-B1C4-D0210253232A}" type="presParOf" srcId="{C902AC6F-8A54-9349-A3E9-F2F3717FB231}" destId="{2DF56A1C-9E3E-5A49-AE38-BBEA11E0F289}" srcOrd="0" destOrd="0" presId="urn:microsoft.com/office/officeart/2005/8/layout/hierarchy1"/>
    <dgm:cxn modelId="{11EBB3A2-4FCB-0B49-8A67-57050BA624BB}" type="presParOf" srcId="{C902AC6F-8A54-9349-A3E9-F2F3717FB231}" destId="{9A46E835-D4BD-A647-8A52-56811E5943E8}" srcOrd="1" destOrd="0" presId="urn:microsoft.com/office/officeart/2005/8/layout/hierarchy1"/>
    <dgm:cxn modelId="{686C01D1-F9B4-FA47-8BEB-D1A131BC7B86}" type="presParOf" srcId="{2FD5B1A7-09E2-9548-95EC-F38FD7F72DB1}" destId="{172E6100-A60C-A54A-9DE1-B30CBD8D337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A20486-591F-514A-8305-9C607EC8A7DD}">
      <dsp:nvSpPr>
        <dsp:cNvPr id="0" name=""/>
        <dsp:cNvSpPr/>
      </dsp:nvSpPr>
      <dsp:spPr>
        <a:xfrm>
          <a:off x="0" y="782898"/>
          <a:ext cx="2830780" cy="179754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57CF3C-9A8E-1442-90CE-F6CC2CAFC543}">
      <dsp:nvSpPr>
        <dsp:cNvPr id="0" name=""/>
        <dsp:cNvSpPr/>
      </dsp:nvSpPr>
      <dsp:spPr>
        <a:xfrm>
          <a:off x="314531" y="1081702"/>
          <a:ext cx="2830780" cy="179754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400" kern="1200" baseline="0"/>
            <a:t>AI do Google phát triển</a:t>
          </a:r>
          <a:endParaRPr lang="en-US" sz="3400" kern="1200"/>
        </a:p>
      </dsp:txBody>
      <dsp:txXfrm>
        <a:off x="367179" y="1134350"/>
        <a:ext cx="2725484" cy="1692249"/>
      </dsp:txXfrm>
    </dsp:sp>
    <dsp:sp modelId="{6C065573-0ADD-3743-82F5-775BBBA747DD}">
      <dsp:nvSpPr>
        <dsp:cNvPr id="0" name=""/>
        <dsp:cNvSpPr/>
      </dsp:nvSpPr>
      <dsp:spPr>
        <a:xfrm>
          <a:off x="3459843" y="782898"/>
          <a:ext cx="2830780" cy="179754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159F5A-175B-8347-9097-3E65EDC6A1BE}">
      <dsp:nvSpPr>
        <dsp:cNvPr id="0" name=""/>
        <dsp:cNvSpPr/>
      </dsp:nvSpPr>
      <dsp:spPr>
        <a:xfrm>
          <a:off x="3774374" y="1081702"/>
          <a:ext cx="2830780" cy="179754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400" kern="1200" baseline="0"/>
            <a:t>Trước đây là Google Bard</a:t>
          </a:r>
          <a:endParaRPr lang="en-US" sz="3400" kern="1200"/>
        </a:p>
      </dsp:txBody>
      <dsp:txXfrm>
        <a:off x="3827022" y="1134350"/>
        <a:ext cx="2725484" cy="1692249"/>
      </dsp:txXfrm>
    </dsp:sp>
    <dsp:sp modelId="{4A80B84A-E7E1-CA4D-B1E7-60CDB39D1E10}">
      <dsp:nvSpPr>
        <dsp:cNvPr id="0" name=""/>
        <dsp:cNvSpPr/>
      </dsp:nvSpPr>
      <dsp:spPr>
        <a:xfrm>
          <a:off x="6919686" y="782898"/>
          <a:ext cx="2830780" cy="179754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86656-A59C-2343-BD7A-6A51292CEF13}">
      <dsp:nvSpPr>
        <dsp:cNvPr id="0" name=""/>
        <dsp:cNvSpPr/>
      </dsp:nvSpPr>
      <dsp:spPr>
        <a:xfrm>
          <a:off x="7234217" y="1081702"/>
          <a:ext cx="2830780" cy="179754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400" kern="1200" baseline="0"/>
            <a:t>Hỗ trợ học tập và làm việc</a:t>
          </a:r>
          <a:endParaRPr lang="en-US" sz="3400" kern="1200"/>
        </a:p>
      </dsp:txBody>
      <dsp:txXfrm>
        <a:off x="7286865" y="1134350"/>
        <a:ext cx="2725484" cy="16922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9A872E-AB3E-1A40-A63F-22FD2069E428}">
      <dsp:nvSpPr>
        <dsp:cNvPr id="0" name=""/>
        <dsp:cNvSpPr/>
      </dsp:nvSpPr>
      <dsp:spPr>
        <a:xfrm>
          <a:off x="5411441" y="91210"/>
          <a:ext cx="1451492" cy="14514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000" kern="1200" baseline="0"/>
            <a:t>Trả lời câu hỏi</a:t>
          </a:r>
          <a:endParaRPr lang="en-US" sz="3000" kern="1200"/>
        </a:p>
      </dsp:txBody>
      <dsp:txXfrm>
        <a:off x="5411441" y="91210"/>
        <a:ext cx="1451492" cy="1451492"/>
      </dsp:txXfrm>
    </dsp:sp>
    <dsp:sp modelId="{A497E8C4-F71D-5C49-9A19-9469AE73B1DA}">
      <dsp:nvSpPr>
        <dsp:cNvPr id="0" name=""/>
        <dsp:cNvSpPr/>
      </dsp:nvSpPr>
      <dsp:spPr>
        <a:xfrm>
          <a:off x="2856701" y="95"/>
          <a:ext cx="4097347" cy="4097347"/>
        </a:xfrm>
        <a:prstGeom prst="circularArrow">
          <a:avLst>
            <a:gd name="adj1" fmla="val 6908"/>
            <a:gd name="adj2" fmla="val 465816"/>
            <a:gd name="adj3" fmla="val 547461"/>
            <a:gd name="adj4" fmla="val 20586723"/>
            <a:gd name="adj5" fmla="val 8059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0DF34D-089F-B742-A33E-EDF76F2CD1C7}">
      <dsp:nvSpPr>
        <dsp:cNvPr id="0" name=""/>
        <dsp:cNvSpPr/>
      </dsp:nvSpPr>
      <dsp:spPr>
        <a:xfrm>
          <a:off x="5411441" y="2554835"/>
          <a:ext cx="1451492" cy="14514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000" kern="1200" baseline="0"/>
            <a:t>Hỗ trợ học tập</a:t>
          </a:r>
          <a:endParaRPr lang="en-US" sz="3000" kern="1200"/>
        </a:p>
      </dsp:txBody>
      <dsp:txXfrm>
        <a:off x="5411441" y="2554835"/>
        <a:ext cx="1451492" cy="1451492"/>
      </dsp:txXfrm>
    </dsp:sp>
    <dsp:sp modelId="{C0221E38-4D78-A541-845C-FD791B96B8A5}">
      <dsp:nvSpPr>
        <dsp:cNvPr id="0" name=""/>
        <dsp:cNvSpPr/>
      </dsp:nvSpPr>
      <dsp:spPr>
        <a:xfrm>
          <a:off x="2856701" y="95"/>
          <a:ext cx="4097347" cy="4097347"/>
        </a:xfrm>
        <a:prstGeom prst="circularArrow">
          <a:avLst>
            <a:gd name="adj1" fmla="val 6908"/>
            <a:gd name="adj2" fmla="val 465816"/>
            <a:gd name="adj3" fmla="val 5947461"/>
            <a:gd name="adj4" fmla="val 4386723"/>
            <a:gd name="adj5" fmla="val 8059"/>
          </a:avLst>
        </a:prstGeom>
        <a:solidFill>
          <a:schemeClr val="accent5">
            <a:hueOff val="568722"/>
            <a:satOff val="-592"/>
            <a:lumOff val="71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5ED61-C20B-3C46-A53C-FF73550CFAB8}">
      <dsp:nvSpPr>
        <dsp:cNvPr id="0" name=""/>
        <dsp:cNvSpPr/>
      </dsp:nvSpPr>
      <dsp:spPr>
        <a:xfrm>
          <a:off x="2947816" y="2554835"/>
          <a:ext cx="1451492" cy="14514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000" kern="1200" baseline="0"/>
            <a:t>Soạn thảo văn bản</a:t>
          </a:r>
          <a:endParaRPr lang="en-US" sz="3000" kern="1200"/>
        </a:p>
      </dsp:txBody>
      <dsp:txXfrm>
        <a:off x="2947816" y="2554835"/>
        <a:ext cx="1451492" cy="1451492"/>
      </dsp:txXfrm>
    </dsp:sp>
    <dsp:sp modelId="{2B5A97E7-6AE9-0D45-8453-3994AFFA124D}">
      <dsp:nvSpPr>
        <dsp:cNvPr id="0" name=""/>
        <dsp:cNvSpPr/>
      </dsp:nvSpPr>
      <dsp:spPr>
        <a:xfrm>
          <a:off x="2856701" y="95"/>
          <a:ext cx="4097347" cy="4097347"/>
        </a:xfrm>
        <a:prstGeom prst="circularArrow">
          <a:avLst>
            <a:gd name="adj1" fmla="val 6908"/>
            <a:gd name="adj2" fmla="val 465816"/>
            <a:gd name="adj3" fmla="val 11347461"/>
            <a:gd name="adj4" fmla="val 9786723"/>
            <a:gd name="adj5" fmla="val 8059"/>
          </a:avLst>
        </a:prstGeom>
        <a:solidFill>
          <a:schemeClr val="accent5">
            <a:hueOff val="1137444"/>
            <a:satOff val="-1185"/>
            <a:lumOff val="143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4BF06D-6372-5E4E-BA5A-4FBC3619BD49}">
      <dsp:nvSpPr>
        <dsp:cNvPr id="0" name=""/>
        <dsp:cNvSpPr/>
      </dsp:nvSpPr>
      <dsp:spPr>
        <a:xfrm>
          <a:off x="2947816" y="91210"/>
          <a:ext cx="1451492" cy="14514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000" kern="1200" baseline="0"/>
            <a:t>Hỗ trợ lập trình </a:t>
          </a:r>
          <a:endParaRPr lang="en-US" sz="3000" kern="1200"/>
        </a:p>
      </dsp:txBody>
      <dsp:txXfrm>
        <a:off x="2947816" y="91210"/>
        <a:ext cx="1451492" cy="1451492"/>
      </dsp:txXfrm>
    </dsp:sp>
    <dsp:sp modelId="{807E4277-9B62-AC47-BD2F-580203F2553F}">
      <dsp:nvSpPr>
        <dsp:cNvPr id="0" name=""/>
        <dsp:cNvSpPr/>
      </dsp:nvSpPr>
      <dsp:spPr>
        <a:xfrm>
          <a:off x="2856701" y="95"/>
          <a:ext cx="4097347" cy="4097347"/>
        </a:xfrm>
        <a:prstGeom prst="circularArrow">
          <a:avLst>
            <a:gd name="adj1" fmla="val 6908"/>
            <a:gd name="adj2" fmla="val 465816"/>
            <a:gd name="adj3" fmla="val 16747461"/>
            <a:gd name="adj4" fmla="val 15186723"/>
            <a:gd name="adj5" fmla="val 8059"/>
          </a:avLst>
        </a:prstGeom>
        <a:solidFill>
          <a:schemeClr val="accent5">
            <a:hueOff val="1706166"/>
            <a:satOff val="-1777"/>
            <a:lumOff val="215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AFAC40-629B-484A-8AA0-C360CD8355DB}">
      <dsp:nvSpPr>
        <dsp:cNvPr id="0" name=""/>
        <dsp:cNvSpPr/>
      </dsp:nvSpPr>
      <dsp:spPr>
        <a:xfrm>
          <a:off x="0" y="782898"/>
          <a:ext cx="2830780" cy="17975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4A30DE-3028-FB41-ADED-8E6D9B9A058A}">
      <dsp:nvSpPr>
        <dsp:cNvPr id="0" name=""/>
        <dsp:cNvSpPr/>
      </dsp:nvSpPr>
      <dsp:spPr>
        <a:xfrm>
          <a:off x="314531" y="1081702"/>
          <a:ext cx="2830780" cy="17975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700" kern="1200" baseline="0"/>
            <a:t>Giải bài tập</a:t>
          </a:r>
          <a:endParaRPr lang="en-US" sz="4700" kern="1200"/>
        </a:p>
      </dsp:txBody>
      <dsp:txXfrm>
        <a:off x="367179" y="1134350"/>
        <a:ext cx="2725484" cy="1692249"/>
      </dsp:txXfrm>
    </dsp:sp>
    <dsp:sp modelId="{466E1FAC-5166-B141-BD5A-4A3DA21B0B63}">
      <dsp:nvSpPr>
        <dsp:cNvPr id="0" name=""/>
        <dsp:cNvSpPr/>
      </dsp:nvSpPr>
      <dsp:spPr>
        <a:xfrm>
          <a:off x="3459843" y="782898"/>
          <a:ext cx="2830780" cy="17975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47E544-615D-7E43-AD3B-5F659CD73658}">
      <dsp:nvSpPr>
        <dsp:cNvPr id="0" name=""/>
        <dsp:cNvSpPr/>
      </dsp:nvSpPr>
      <dsp:spPr>
        <a:xfrm>
          <a:off x="3774374" y="1081702"/>
          <a:ext cx="2830780" cy="17975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700" kern="1200" baseline="0"/>
            <a:t>Tóm tắt tài liệu</a:t>
          </a:r>
          <a:endParaRPr lang="en-US" sz="4700" kern="1200"/>
        </a:p>
      </dsp:txBody>
      <dsp:txXfrm>
        <a:off x="3827022" y="1134350"/>
        <a:ext cx="2725484" cy="1692249"/>
      </dsp:txXfrm>
    </dsp:sp>
    <dsp:sp modelId="{F12C64A4-A7A4-2F43-87A6-C73C3310EA3F}">
      <dsp:nvSpPr>
        <dsp:cNvPr id="0" name=""/>
        <dsp:cNvSpPr/>
      </dsp:nvSpPr>
      <dsp:spPr>
        <a:xfrm>
          <a:off x="6919686" y="782898"/>
          <a:ext cx="2830780" cy="17975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F38C72-14F1-BE46-ABF6-A98FE0173E06}">
      <dsp:nvSpPr>
        <dsp:cNvPr id="0" name=""/>
        <dsp:cNvSpPr/>
      </dsp:nvSpPr>
      <dsp:spPr>
        <a:xfrm>
          <a:off x="7234217" y="1081702"/>
          <a:ext cx="2830780" cy="17975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700" kern="1200" baseline="0"/>
            <a:t>Lập dàn ý ôn tập</a:t>
          </a:r>
          <a:endParaRPr lang="en-US" sz="4700" kern="1200"/>
        </a:p>
      </dsp:txBody>
      <dsp:txXfrm>
        <a:off x="7286865" y="1134350"/>
        <a:ext cx="2725484" cy="16922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5ACD4F-D549-334A-A14B-BA3321B1047B}">
      <dsp:nvSpPr>
        <dsp:cNvPr id="0" name=""/>
        <dsp:cNvSpPr/>
      </dsp:nvSpPr>
      <dsp:spPr>
        <a:xfrm>
          <a:off x="0" y="0"/>
          <a:ext cx="8051998" cy="8056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500" kern="1200" baseline="0"/>
            <a:t>Dễ sử dụng</a:t>
          </a:r>
          <a:endParaRPr lang="en-US" sz="3500" kern="1200"/>
        </a:p>
      </dsp:txBody>
      <dsp:txXfrm>
        <a:off x="23597" y="23597"/>
        <a:ext cx="7114536" cy="758478"/>
      </dsp:txXfrm>
    </dsp:sp>
    <dsp:sp modelId="{3CB5B097-53B2-7F45-A420-EF6CF40E9EDC}">
      <dsp:nvSpPr>
        <dsp:cNvPr id="0" name=""/>
        <dsp:cNvSpPr/>
      </dsp:nvSpPr>
      <dsp:spPr>
        <a:xfrm>
          <a:off x="674354" y="952158"/>
          <a:ext cx="8051998" cy="805672"/>
        </a:xfrm>
        <a:prstGeom prst="roundRect">
          <a:avLst>
            <a:gd name="adj" fmla="val 10000"/>
          </a:avLst>
        </a:prstGeom>
        <a:solidFill>
          <a:schemeClr val="accent2">
            <a:hueOff val="296529"/>
            <a:satOff val="-6628"/>
            <a:lumOff val="-627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500" kern="1200" baseline="0"/>
            <a:t>Tích hợp Google</a:t>
          </a:r>
          <a:endParaRPr lang="en-US" sz="3500" kern="1200"/>
        </a:p>
      </dsp:txBody>
      <dsp:txXfrm>
        <a:off x="697951" y="975755"/>
        <a:ext cx="6806762" cy="758478"/>
      </dsp:txXfrm>
    </dsp:sp>
    <dsp:sp modelId="{B4CCA6AB-536D-6E4B-A371-F55BBFEB7D97}">
      <dsp:nvSpPr>
        <dsp:cNvPr id="0" name=""/>
        <dsp:cNvSpPr/>
      </dsp:nvSpPr>
      <dsp:spPr>
        <a:xfrm>
          <a:off x="1338644" y="1904316"/>
          <a:ext cx="8051998" cy="805672"/>
        </a:xfrm>
        <a:prstGeom prst="roundRect">
          <a:avLst>
            <a:gd name="adj" fmla="val 10000"/>
          </a:avLst>
        </a:prstGeom>
        <a:solidFill>
          <a:schemeClr val="accent2">
            <a:hueOff val="593057"/>
            <a:satOff val="-13255"/>
            <a:lumOff val="-1254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500" kern="1200" baseline="0"/>
            <a:t>Trả lời nhanh</a:t>
          </a:r>
          <a:endParaRPr lang="en-US" sz="3500" kern="1200"/>
        </a:p>
      </dsp:txBody>
      <dsp:txXfrm>
        <a:off x="1362241" y="1927913"/>
        <a:ext cx="6816827" cy="758478"/>
      </dsp:txXfrm>
    </dsp:sp>
    <dsp:sp modelId="{96107771-5979-1342-99D4-B2C25BC55204}">
      <dsp:nvSpPr>
        <dsp:cNvPr id="0" name=""/>
        <dsp:cNvSpPr/>
      </dsp:nvSpPr>
      <dsp:spPr>
        <a:xfrm>
          <a:off x="2012999" y="2856474"/>
          <a:ext cx="8051998" cy="805672"/>
        </a:xfrm>
        <a:prstGeom prst="roundRect">
          <a:avLst>
            <a:gd name="adj" fmla="val 10000"/>
          </a:avLst>
        </a:prstGeom>
        <a:solidFill>
          <a:schemeClr val="accent2">
            <a:hueOff val="889586"/>
            <a:satOff val="-19883"/>
            <a:lumOff val="-18823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500" kern="1200" baseline="0"/>
            <a:t>Miễn phí</a:t>
          </a:r>
          <a:endParaRPr lang="en-US" sz="3500" kern="1200"/>
        </a:p>
      </dsp:txBody>
      <dsp:txXfrm>
        <a:off x="2036596" y="2880071"/>
        <a:ext cx="6806762" cy="758478"/>
      </dsp:txXfrm>
    </dsp:sp>
    <dsp:sp modelId="{24D11A94-81DD-6048-8F7F-75629C6C4BF7}">
      <dsp:nvSpPr>
        <dsp:cNvPr id="0" name=""/>
        <dsp:cNvSpPr/>
      </dsp:nvSpPr>
      <dsp:spPr>
        <a:xfrm>
          <a:off x="7528311" y="617071"/>
          <a:ext cx="523687" cy="52368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646141" y="617071"/>
        <a:ext cx="288027" cy="394074"/>
      </dsp:txXfrm>
    </dsp:sp>
    <dsp:sp modelId="{FDC2BF49-C5BF-A348-B936-ED6B9B40C29A}">
      <dsp:nvSpPr>
        <dsp:cNvPr id="0" name=""/>
        <dsp:cNvSpPr/>
      </dsp:nvSpPr>
      <dsp:spPr>
        <a:xfrm>
          <a:off x="8202666" y="1569229"/>
          <a:ext cx="523687" cy="52368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491071"/>
            <a:satOff val="-25033"/>
            <a:lumOff val="-2589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491071"/>
              <a:satOff val="-25033"/>
              <a:lumOff val="-258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320496" y="1569229"/>
        <a:ext cx="288027" cy="394074"/>
      </dsp:txXfrm>
    </dsp:sp>
    <dsp:sp modelId="{B739D9EC-4982-C044-8A32-CA21228D1E99}">
      <dsp:nvSpPr>
        <dsp:cNvPr id="0" name=""/>
        <dsp:cNvSpPr/>
      </dsp:nvSpPr>
      <dsp:spPr>
        <a:xfrm>
          <a:off x="8866956" y="2521388"/>
          <a:ext cx="523687" cy="52368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982142"/>
            <a:satOff val="-50066"/>
            <a:lumOff val="-5179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982142"/>
              <a:satOff val="-50066"/>
              <a:lumOff val="-517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984786" y="2521388"/>
        <a:ext cx="288027" cy="3940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5BB9BA-0F58-CF40-AAA0-27CA7DC35BCA}">
      <dsp:nvSpPr>
        <dsp:cNvPr id="0" name=""/>
        <dsp:cNvSpPr/>
      </dsp:nvSpPr>
      <dsp:spPr>
        <a:xfrm>
          <a:off x="0" y="2280374"/>
          <a:ext cx="8915400" cy="14961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312928" rIns="312928" bIns="312928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400" kern="1200" baseline="0"/>
            <a:t>Có thể chưa chính xác hoàn toàn</a:t>
          </a:r>
          <a:endParaRPr lang="en-US" sz="4400" kern="1200"/>
        </a:p>
      </dsp:txBody>
      <dsp:txXfrm>
        <a:off x="0" y="2280374"/>
        <a:ext cx="8915400" cy="1496172"/>
      </dsp:txXfrm>
    </dsp:sp>
    <dsp:sp modelId="{DA0E3BD3-6CD7-B24D-AE93-F22D89A5A793}">
      <dsp:nvSpPr>
        <dsp:cNvPr id="0" name=""/>
        <dsp:cNvSpPr/>
      </dsp:nvSpPr>
      <dsp:spPr>
        <a:xfrm rot="10800000">
          <a:off x="0" y="1703"/>
          <a:ext cx="8915400" cy="2301112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312928" rIns="312928" bIns="312928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400" kern="1200" baseline="0"/>
            <a:t>Cần Internet</a:t>
          </a:r>
          <a:endParaRPr lang="en-US" sz="4400" kern="1200"/>
        </a:p>
      </dsp:txBody>
      <dsp:txXfrm rot="10800000">
        <a:off x="0" y="1703"/>
        <a:ext cx="8915400" cy="14951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23A9D-751B-C248-A249-EB25FA478C09}">
      <dsp:nvSpPr>
        <dsp:cNvPr id="0" name=""/>
        <dsp:cNvSpPr/>
      </dsp:nvSpPr>
      <dsp:spPr>
        <a:xfrm>
          <a:off x="0" y="782898"/>
          <a:ext cx="2830780" cy="17975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F2BEAB-5172-C546-AB3C-6E0300BEBB46}">
      <dsp:nvSpPr>
        <dsp:cNvPr id="0" name=""/>
        <dsp:cNvSpPr/>
      </dsp:nvSpPr>
      <dsp:spPr>
        <a:xfrm>
          <a:off x="314531" y="1081702"/>
          <a:ext cx="2830780" cy="17975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000" kern="1200" baseline="0"/>
            <a:t>Sinh viên</a:t>
          </a:r>
          <a:endParaRPr lang="en-US" sz="4000" kern="1200"/>
        </a:p>
      </dsp:txBody>
      <dsp:txXfrm>
        <a:off x="367179" y="1134350"/>
        <a:ext cx="2725484" cy="1692249"/>
      </dsp:txXfrm>
    </dsp:sp>
    <dsp:sp modelId="{DC5654D4-1EA0-6F43-8617-F3203F72B3D0}">
      <dsp:nvSpPr>
        <dsp:cNvPr id="0" name=""/>
        <dsp:cNvSpPr/>
      </dsp:nvSpPr>
      <dsp:spPr>
        <a:xfrm>
          <a:off x="3459843" y="782898"/>
          <a:ext cx="2830780" cy="17975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9A37B7-82E8-A849-A577-CB05C4B897E2}">
      <dsp:nvSpPr>
        <dsp:cNvPr id="0" name=""/>
        <dsp:cNvSpPr/>
      </dsp:nvSpPr>
      <dsp:spPr>
        <a:xfrm>
          <a:off x="3774374" y="1081702"/>
          <a:ext cx="2830780" cy="17975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000" kern="1200" baseline="0"/>
            <a:t>Giáo viên</a:t>
          </a:r>
          <a:endParaRPr lang="en-US" sz="4000" kern="1200"/>
        </a:p>
      </dsp:txBody>
      <dsp:txXfrm>
        <a:off x="3827022" y="1134350"/>
        <a:ext cx="2725484" cy="1692249"/>
      </dsp:txXfrm>
    </dsp:sp>
    <dsp:sp modelId="{0EEA63AC-490F-E34A-895E-CC3DA021C50E}">
      <dsp:nvSpPr>
        <dsp:cNvPr id="0" name=""/>
        <dsp:cNvSpPr/>
      </dsp:nvSpPr>
      <dsp:spPr>
        <a:xfrm>
          <a:off x="6919686" y="782898"/>
          <a:ext cx="2830780" cy="17975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6EEE55-69E3-934B-83EC-E2C093B8F82E}">
      <dsp:nvSpPr>
        <dsp:cNvPr id="0" name=""/>
        <dsp:cNvSpPr/>
      </dsp:nvSpPr>
      <dsp:spPr>
        <a:xfrm>
          <a:off x="7234217" y="1081702"/>
          <a:ext cx="2830780" cy="17975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000" kern="1200" baseline="0"/>
            <a:t>Nhân viên văn phòng</a:t>
          </a:r>
          <a:endParaRPr lang="en-US" sz="4000" kern="1200"/>
        </a:p>
      </dsp:txBody>
      <dsp:txXfrm>
        <a:off x="7286865" y="1134350"/>
        <a:ext cx="2725484" cy="169224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599824-891F-E642-AB76-0717F032C355}">
      <dsp:nvSpPr>
        <dsp:cNvPr id="0" name=""/>
        <dsp:cNvSpPr/>
      </dsp:nvSpPr>
      <dsp:spPr>
        <a:xfrm>
          <a:off x="1228" y="234244"/>
          <a:ext cx="4312517" cy="27384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691A1-E340-7D41-B38F-30A9E2EFAB1C}">
      <dsp:nvSpPr>
        <dsp:cNvPr id="0" name=""/>
        <dsp:cNvSpPr/>
      </dsp:nvSpPr>
      <dsp:spPr>
        <a:xfrm>
          <a:off x="480397" y="689454"/>
          <a:ext cx="4312517" cy="27384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200" kern="1200" baseline="0"/>
            <a:t>Gemini là công cụ AI hữu ích</a:t>
          </a:r>
          <a:endParaRPr lang="en-US" sz="5200" kern="1200"/>
        </a:p>
      </dsp:txBody>
      <dsp:txXfrm>
        <a:off x="560603" y="769660"/>
        <a:ext cx="4152105" cy="2578036"/>
      </dsp:txXfrm>
    </dsp:sp>
    <dsp:sp modelId="{2DF56A1C-9E3E-5A49-AE38-BBEA11E0F289}">
      <dsp:nvSpPr>
        <dsp:cNvPr id="0" name=""/>
        <dsp:cNvSpPr/>
      </dsp:nvSpPr>
      <dsp:spPr>
        <a:xfrm>
          <a:off x="5272083" y="234244"/>
          <a:ext cx="4312517" cy="27384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46E835-D4BD-A647-8A52-56811E5943E8}">
      <dsp:nvSpPr>
        <dsp:cNvPr id="0" name=""/>
        <dsp:cNvSpPr/>
      </dsp:nvSpPr>
      <dsp:spPr>
        <a:xfrm>
          <a:off x="5751251" y="689454"/>
          <a:ext cx="4312517" cy="27384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200" kern="1200" baseline="0"/>
            <a:t>Cần sử dụng hợp lý và chọn lọc</a:t>
          </a:r>
          <a:endParaRPr lang="en-US" sz="5200" kern="1200"/>
        </a:p>
      </dsp:txBody>
      <dsp:txXfrm>
        <a:off x="5831457" y="769660"/>
        <a:ext cx="4152105" cy="25780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vi-VN"/>
              <a:t>Bấm để chỉnh sửa kiểu tiêu đề phụ của Bản cái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December 27, 2025</a:t>
            </a:fld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6387235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0FED-6E95-4177-A7EF-CD303B9E611D}" type="datetime4">
              <a:rPr lang="en-US" smtClean="0"/>
              <a:t>December 27,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39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December 27, 2025</a:t>
            </a:fld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76727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December 27, 2025</a:t>
            </a:fld>
            <a:endParaRPr lang="en-US" dirty="0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1800325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December 27, 2025</a:t>
            </a:fld>
            <a:endParaRPr lang="en-US" dirty="0">
              <a:latin typeface="+mn-lt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041220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December 27, 2025</a:t>
            </a:fld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0791199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December 27, 2025</a:t>
            </a:fld>
            <a:endParaRPr lang="en-US" dirty="0">
              <a:latin typeface="+mn-l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8786435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December 27, 2025</a:t>
            </a:fld>
            <a:endParaRPr lang="en-US" dirty="0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1400572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December 27, 2025</a:t>
            </a:fld>
            <a:endParaRPr lang="en-US" dirty="0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8146539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ề và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December 27, 2025</a:t>
            </a:fld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271348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ích dẫn cùng vớ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December 27, 2025</a:t>
            </a:fld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636162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nh Thiế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December 27, 2025</a:t>
            </a:fld>
            <a:endParaRPr lang="en-US" dirty="0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895235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ích dẫn Danh Thiế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December 27, 2025</a:t>
            </a:fld>
            <a:endParaRPr lang="en-US" dirty="0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835071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December 27, 2025</a:t>
            </a:fld>
            <a:endParaRPr lang="en-US" dirty="0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883030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December 27, 2025</a:t>
            </a:fld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759687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0BD-7AC1-4217-9611-AAA56D3EE38F}" type="datetime4">
              <a:rPr lang="en-US" smtClean="0"/>
              <a:pPr/>
              <a:t>December 27, 2025</a:t>
            </a:fld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8190968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960BD-7AC1-4217-9611-AAA56D3EE38F}" type="datetime4">
              <a:rPr lang="en-US" smtClean="0"/>
              <a:pPr/>
              <a:t>December 27, 2025</a:t>
            </a:fld>
            <a:endParaRPr lang="en-US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40378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016000" y="5755341"/>
            <a:ext cx="10160000" cy="884518"/>
          </a:xfrm>
        </p:spPr>
        <p:txBody>
          <a:bodyPr anchor="t">
            <a:normAutofit fontScale="90000"/>
          </a:bodyPr>
          <a:lstStyle/>
          <a:p>
            <a:r>
              <a:rPr lang="vi-VN"/>
              <a:t>GIỚI THIỆU CÔNG CỤ AI GEMINI</a:t>
            </a:r>
            <a:endParaRPr lang="vi-VN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3227292" y="5149516"/>
            <a:ext cx="5768283" cy="505326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vi-VN" sz="1000" dirty="0"/>
              <a:t>GEMINI Công cụ trí tuệ nhân tạo của Google
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2BB79A-2CCD-B6EC-9409-5DBD154BE9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55" r="-2" b="27456"/>
          <a:stretch>
            <a:fillRect/>
          </a:stretch>
        </p:blipFill>
        <p:spPr>
          <a:xfrm>
            <a:off x="20" y="10"/>
            <a:ext cx="12191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331754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GEMINI LÀ GÌ?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B217772D-63A5-D2BC-9FEF-7407ACFAD6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3516356"/>
              </p:ext>
            </p:extLst>
          </p:nvPr>
        </p:nvGraphicFramePr>
        <p:xfrm>
          <a:off x="1050925" y="2586251"/>
          <a:ext cx="10064998" cy="3662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7319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050879" y="609601"/>
            <a:ext cx="9505664" cy="1216024"/>
          </a:xfrm>
        </p:spPr>
        <p:txBody>
          <a:bodyPr>
            <a:normAutofit/>
          </a:bodyPr>
          <a:lstStyle/>
          <a:p>
            <a:r>
              <a:rPr lang="vi-VN" dirty="0"/>
              <a:t>CHỨC NĂNG CHÍNH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82698FA4-B9F3-3B51-6FFF-8C1114B51E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3168154"/>
              </p:ext>
            </p:extLst>
          </p:nvPr>
        </p:nvGraphicFramePr>
        <p:xfrm>
          <a:off x="1050925" y="2157211"/>
          <a:ext cx="9810750" cy="40975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9193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HỖ TRỢ HỌC TẬP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7AB83D99-0C64-78D3-C69A-BAC21C8147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0726054"/>
              </p:ext>
            </p:extLst>
          </p:nvPr>
        </p:nvGraphicFramePr>
        <p:xfrm>
          <a:off x="1050925" y="2586251"/>
          <a:ext cx="10064998" cy="3662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38526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ƯU ĐIỂM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3216B872-E5AA-BF82-FF98-99A92B6A06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7624847"/>
              </p:ext>
            </p:extLst>
          </p:nvPr>
        </p:nvGraphicFramePr>
        <p:xfrm>
          <a:off x="1050925" y="2586251"/>
          <a:ext cx="10064998" cy="3662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6055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HẠN CHẾ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1DAF6933-E497-5CA2-6AAD-480A4287A7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3071348"/>
              </p:ext>
            </p:extLst>
          </p:nvPr>
        </p:nvGraphicFramePr>
        <p:xfrm>
          <a:off x="2589213" y="2133600"/>
          <a:ext cx="89154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044259"/>
      </p:ext>
    </p:extLst>
  </p:cSld>
  <p:clrMapOvr>
    <a:masterClrMapping/>
  </p:clrMapOvr>
  <p:transition spd="slow">
    <p:comb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ỨNG DỤNG THỰC TẾ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8F9D9B11-2FB3-8303-E3C0-3498F4509D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8698436"/>
              </p:ext>
            </p:extLst>
          </p:nvPr>
        </p:nvGraphicFramePr>
        <p:xfrm>
          <a:off x="1050925" y="2586251"/>
          <a:ext cx="10064998" cy="3662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444401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KẾT LUẬN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F7393A49-D2CF-EE17-9C04-8DCEBB52E0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6354660"/>
              </p:ext>
            </p:extLst>
          </p:nvPr>
        </p:nvGraphicFramePr>
        <p:xfrm>
          <a:off x="1050925" y="2586251"/>
          <a:ext cx="10064998" cy="3662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1910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7DEACC7-6452-7BFB-5541-A2DB36F1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Bài</a:t>
            </a:r>
            <a:r>
              <a:rPr lang="vi-VN" dirty="0"/>
              <a:t> </a:t>
            </a:r>
            <a:r>
              <a:rPr lang="vi-VN" dirty="0" err="1"/>
              <a:t>nhóm</a:t>
            </a:r>
            <a:r>
              <a:rPr lang="vi-VN" dirty="0"/>
              <a:t> em </a:t>
            </a:r>
            <a:r>
              <a:rPr lang="vi-VN" dirty="0" err="1"/>
              <a:t>đến</a:t>
            </a:r>
            <a:r>
              <a:rPr lang="vi-VN" dirty="0"/>
              <a:t> đây </a:t>
            </a:r>
            <a:r>
              <a:rPr lang="vi-VN" dirty="0" err="1"/>
              <a:t>là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thúc</a:t>
            </a:r>
            <a:r>
              <a:rPr lang="vi-VN" dirty="0"/>
              <a:t>.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EDBB683F-B4EC-5480-D3A5-568D3EBEB069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vi-VN" dirty="0" err="1"/>
              <a:t>Nhóm</a:t>
            </a:r>
            <a:r>
              <a:rPr lang="vi-VN" dirty="0"/>
              <a:t> em </a:t>
            </a:r>
            <a:r>
              <a:rPr lang="vi-VN" dirty="0" err="1"/>
              <a:t>gồm</a:t>
            </a:r>
            <a:r>
              <a:rPr lang="vi-VN" dirty="0"/>
              <a:t> </a:t>
            </a:r>
            <a:r>
              <a:rPr lang="vi-VN" dirty="0" err="1"/>
              <a:t>những</a:t>
            </a:r>
            <a:r>
              <a:rPr lang="vi-VN" dirty="0"/>
              <a:t> </a:t>
            </a:r>
            <a:r>
              <a:rPr lang="vi-VN" dirty="0" err="1"/>
              <a:t>thành</a:t>
            </a:r>
            <a:r>
              <a:rPr lang="vi-VN" dirty="0"/>
              <a:t> viên:</a:t>
            </a:r>
          </a:p>
          <a:p>
            <a:pPr algn="ctr"/>
            <a:r>
              <a:rPr lang="vi-VN" dirty="0" err="1"/>
              <a:t>Nguyễn</a:t>
            </a:r>
            <a:r>
              <a:rPr lang="vi-VN" dirty="0"/>
              <a:t> </a:t>
            </a:r>
            <a:r>
              <a:rPr lang="vi-VN" dirty="0" err="1"/>
              <a:t>Thị</a:t>
            </a:r>
            <a:r>
              <a:rPr lang="vi-VN" dirty="0"/>
              <a:t> </a:t>
            </a:r>
            <a:r>
              <a:rPr lang="vi-VN" dirty="0" err="1"/>
              <a:t>Lệ</a:t>
            </a:r>
            <a:r>
              <a:rPr lang="vi-VN" dirty="0"/>
              <a:t> Chi </a:t>
            </a:r>
          </a:p>
          <a:p>
            <a:pPr algn="ctr"/>
            <a:r>
              <a:rPr lang="vi-VN" dirty="0" err="1"/>
              <a:t>Lành</a:t>
            </a:r>
            <a:r>
              <a:rPr lang="vi-VN" dirty="0"/>
              <a:t> </a:t>
            </a:r>
            <a:r>
              <a:rPr lang="vi-VN" dirty="0" err="1"/>
              <a:t>Thị</a:t>
            </a:r>
            <a:r>
              <a:rPr lang="vi-VN" dirty="0"/>
              <a:t> Kim </a:t>
            </a:r>
            <a:r>
              <a:rPr lang="vi-VN" dirty="0" err="1"/>
              <a:t>Huệ</a:t>
            </a:r>
            <a:endParaRPr lang="vi-VN" dirty="0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88A3541A-A4B1-12C0-DD9C-05762434F9BB}"/>
              </a:ext>
            </a:extLst>
          </p:cNvPr>
          <p:cNvSpPr txBox="1"/>
          <p:nvPr/>
        </p:nvSpPr>
        <p:spPr>
          <a:xfrm>
            <a:off x="5354240" y="251460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891235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Bó sợi">
  <a:themeElements>
    <a:clrScheme name="Bó sợi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Bó sợi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ó sợi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149</Words>
  <Application>Microsoft Office PowerPoint</Application>
  <PresentationFormat>Màn hình rộng</PresentationFormat>
  <Paragraphs>34</Paragraphs>
  <Slides>9</Slides>
  <Notes>0</Notes>
  <HiddenSlides>0</HiddenSlides>
  <MMClips>0</MMClip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9</vt:i4>
      </vt:variant>
    </vt:vector>
  </HeadingPairs>
  <TitlesOfParts>
    <vt:vector size="10" baseType="lpstr">
      <vt:lpstr>Bó sợi</vt:lpstr>
      <vt:lpstr>GIỚI THIỆU CÔNG CỤ AI GEMINI</vt:lpstr>
      <vt:lpstr>GEMINI LÀ GÌ?</vt:lpstr>
      <vt:lpstr>CHỨC NĂNG CHÍNH</vt:lpstr>
      <vt:lpstr>HỖ TRỢ HỌC TẬP</vt:lpstr>
      <vt:lpstr>ƯU ĐIỂM</vt:lpstr>
      <vt:lpstr>HẠN CHẾ</vt:lpstr>
      <vt:lpstr>ỨNG DỤNG THỰC TẾ</vt:lpstr>
      <vt:lpstr>KẾT LUẬN</vt:lpstr>
      <vt:lpstr>Bài nhóm em đến đây là kết thúc.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CÔNG CỤ AI GEMINI</dc:title>
  <dc:creator>Chi Nguyễn</dc:creator>
  <cp:lastModifiedBy>Chi Nguyễn</cp:lastModifiedBy>
  <cp:revision>2</cp:revision>
  <dcterms:created xsi:type="dcterms:W3CDTF">2025-12-25T04:22:24Z</dcterms:created>
  <dcterms:modified xsi:type="dcterms:W3CDTF">2025-12-27T07:46:19Z</dcterms:modified>
</cp:coreProperties>
</file>