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82" d="100"/>
          <a:sy n="82" d="100"/>
        </p:scale>
        <p:origin x="1474" y="-10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334739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755155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8398569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0634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12161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12/24/2025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64172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98718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7520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12/24/2025</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096396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01460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62324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12/24/2025</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54224616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prstTxWarp prst="textArchUp">
              <a:avLst/>
            </a:prstTxWarp>
            <a:normAutofit/>
          </a:bodyPr>
          <a:lstStyle/>
          <a:p>
            <a:r>
              <a:rPr b="1" dirty="0">
                <a:ln w="22225">
                  <a:solidFill>
                    <a:schemeClr val="accent2"/>
                  </a:solidFill>
                  <a:prstDash val="solid"/>
                </a:ln>
                <a:solidFill>
                  <a:schemeClr val="accent2">
                    <a:lumMod val="40000"/>
                    <a:lumOff val="60000"/>
                  </a:schemeClr>
                </a:solidFill>
                <a:latin typeface="Bauhaus 93" panose="04030905020B02020C02" pitchFamily="82" charset="0"/>
              </a:rPr>
              <a:t>TÌM HIỂU VỀ CÔNG CỤ AI: CHATGPT</a:t>
            </a:r>
          </a:p>
        </p:txBody>
      </p:sp>
      <p:sp>
        <p:nvSpPr>
          <p:cNvPr id="3" name="Subtitle 2"/>
          <p:cNvSpPr>
            <a:spLocks noGrp="1"/>
          </p:cNvSpPr>
          <p:nvPr>
            <p:ph type="subTitle" idx="1"/>
          </p:nvPr>
        </p:nvSpPr>
        <p:spPr/>
        <p:txBody>
          <a:bodyPr>
            <a:normAutofit fontScale="77500" lnSpcReduction="20000"/>
          </a:bodyPr>
          <a:lstStyle/>
          <a:p>
            <a:r>
              <a:rPr lang="vi-VN" dirty="0">
                <a:latin typeface="+mj-lt"/>
              </a:rPr>
              <a:t>Xin chào thầy/cô và các bạn.</a:t>
            </a:r>
            <a:br>
              <a:rPr lang="vi-VN" dirty="0">
                <a:latin typeface="+mj-lt"/>
              </a:rPr>
            </a:br>
            <a:r>
              <a:rPr lang="vi-VN" dirty="0">
                <a:latin typeface="+mj-lt"/>
              </a:rPr>
              <a:t>Nhóm chúng em xin trình bày bài thuyết trình với chủ đề:</a:t>
            </a:r>
            <a:br>
              <a:rPr lang="vi-VN" dirty="0">
                <a:latin typeface="+mj-lt"/>
              </a:rPr>
            </a:br>
            <a:r>
              <a:rPr lang="vi-VN" b="1" dirty="0">
                <a:latin typeface="+mj-lt"/>
              </a:rPr>
              <a:t>Tìm hiểu về công cụ AI </a:t>
            </a:r>
            <a:endParaRPr dirty="0">
              <a:latin typeface="+mj-l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ChatGPT là gì?</a:t>
            </a:r>
          </a:p>
        </p:txBody>
      </p:sp>
      <p:sp>
        <p:nvSpPr>
          <p:cNvPr id="3" name="Content Placeholder 2"/>
          <p:cNvSpPr>
            <a:spLocks noGrp="1"/>
          </p:cNvSpPr>
          <p:nvPr>
            <p:ph idx="1"/>
          </p:nvPr>
        </p:nvSpPr>
        <p:spPr/>
        <p:txBody>
          <a:bodyPr/>
          <a:lstStyle/>
          <a:p>
            <a:pPr>
              <a:defRPr sz="2000"/>
            </a:pPr>
            <a:r>
              <a:rPr dirty="0"/>
              <a:t>ChatGPT </a:t>
            </a:r>
            <a:r>
              <a:rPr dirty="0" err="1"/>
              <a:t>là</a:t>
            </a:r>
            <a:r>
              <a:rPr dirty="0"/>
              <a:t> </a:t>
            </a:r>
            <a:r>
              <a:rPr dirty="0" err="1"/>
              <a:t>một</a:t>
            </a:r>
            <a:r>
              <a:rPr dirty="0"/>
              <a:t> </a:t>
            </a:r>
            <a:r>
              <a:rPr dirty="0" err="1"/>
              <a:t>trí</a:t>
            </a:r>
            <a:r>
              <a:rPr dirty="0"/>
              <a:t> </a:t>
            </a:r>
            <a:r>
              <a:rPr dirty="0" err="1"/>
              <a:t>tuệ</a:t>
            </a:r>
            <a:r>
              <a:rPr dirty="0"/>
              <a:t> </a:t>
            </a:r>
            <a:r>
              <a:rPr dirty="0" err="1"/>
              <a:t>nhân</a:t>
            </a:r>
            <a:r>
              <a:rPr dirty="0"/>
              <a:t> </a:t>
            </a:r>
            <a:r>
              <a:rPr dirty="0" err="1"/>
              <a:t>tạo</a:t>
            </a:r>
            <a:r>
              <a:rPr dirty="0"/>
              <a:t> (AI) do OpenAI </a:t>
            </a:r>
            <a:r>
              <a:rPr dirty="0" err="1"/>
              <a:t>phát</a:t>
            </a:r>
            <a:r>
              <a:rPr dirty="0"/>
              <a:t> </a:t>
            </a:r>
            <a:r>
              <a:rPr dirty="0" err="1"/>
              <a:t>triển</a:t>
            </a:r>
            <a:r>
              <a:rPr lang="en-US" dirty="0"/>
              <a:t>,</a:t>
            </a:r>
            <a:r>
              <a:rPr lang="vi-VN" dirty="0"/>
              <a:t>có khả năng tương tác với con người bằng ngôn ngữ tự nhiên thông qua các cuộc hội thoại văn bản.</a:t>
            </a:r>
            <a:endParaRPr dirty="0"/>
          </a:p>
          <a:p>
            <a:pPr>
              <a:defRPr sz="2000"/>
            </a:pPr>
            <a:r>
              <a:rPr dirty="0" err="1"/>
              <a:t>Có</a:t>
            </a:r>
            <a:r>
              <a:rPr dirty="0"/>
              <a:t> </a:t>
            </a:r>
            <a:r>
              <a:rPr dirty="0" err="1"/>
              <a:t>khả</a:t>
            </a:r>
            <a:r>
              <a:rPr dirty="0"/>
              <a:t> </a:t>
            </a:r>
            <a:r>
              <a:rPr dirty="0" err="1"/>
              <a:t>năng</a:t>
            </a:r>
            <a:r>
              <a:rPr dirty="0"/>
              <a:t> </a:t>
            </a:r>
            <a:r>
              <a:rPr dirty="0" err="1"/>
              <a:t>trò</a:t>
            </a:r>
            <a:r>
              <a:rPr dirty="0"/>
              <a:t> </a:t>
            </a:r>
            <a:r>
              <a:rPr dirty="0" err="1"/>
              <a:t>chuyện</a:t>
            </a:r>
            <a:r>
              <a:rPr dirty="0"/>
              <a:t> </a:t>
            </a:r>
            <a:r>
              <a:rPr dirty="0" err="1"/>
              <a:t>và</a:t>
            </a:r>
            <a:r>
              <a:rPr dirty="0"/>
              <a:t> </a:t>
            </a:r>
            <a:r>
              <a:rPr dirty="0" err="1"/>
              <a:t>phản</a:t>
            </a:r>
            <a:r>
              <a:rPr dirty="0"/>
              <a:t> </a:t>
            </a:r>
            <a:r>
              <a:rPr dirty="0" err="1"/>
              <a:t>hồi</a:t>
            </a:r>
            <a:r>
              <a:rPr dirty="0"/>
              <a:t> </a:t>
            </a:r>
            <a:r>
              <a:rPr dirty="0" err="1"/>
              <a:t>bằng</a:t>
            </a:r>
            <a:r>
              <a:rPr dirty="0"/>
              <a:t> </a:t>
            </a:r>
            <a:r>
              <a:rPr dirty="0" err="1"/>
              <a:t>ngôn</a:t>
            </a:r>
            <a:r>
              <a:rPr dirty="0"/>
              <a:t> </a:t>
            </a:r>
            <a:r>
              <a:rPr dirty="0" err="1"/>
              <a:t>ngữ</a:t>
            </a:r>
            <a:r>
              <a:rPr dirty="0"/>
              <a:t> </a:t>
            </a:r>
            <a:r>
              <a:rPr dirty="0" err="1"/>
              <a:t>tự</a:t>
            </a:r>
            <a:r>
              <a:rPr dirty="0"/>
              <a:t> </a:t>
            </a:r>
            <a:r>
              <a:rPr dirty="0" err="1"/>
              <a:t>nhiên</a:t>
            </a:r>
            <a:r>
              <a:rPr dirty="0"/>
              <a:t>.</a:t>
            </a:r>
          </a:p>
          <a:p>
            <a:pPr>
              <a:defRPr sz="2000"/>
            </a:pPr>
            <a:r>
              <a:rPr dirty="0" err="1"/>
              <a:t>Hoạt</a:t>
            </a:r>
            <a:r>
              <a:rPr dirty="0"/>
              <a:t> </a:t>
            </a:r>
            <a:r>
              <a:rPr dirty="0" err="1"/>
              <a:t>động</a:t>
            </a:r>
            <a:r>
              <a:rPr dirty="0"/>
              <a:t> </a:t>
            </a:r>
            <a:r>
              <a:rPr dirty="0" err="1"/>
              <a:t>giống</a:t>
            </a:r>
            <a:r>
              <a:rPr dirty="0"/>
              <a:t> </a:t>
            </a:r>
            <a:r>
              <a:rPr dirty="0" err="1"/>
              <a:t>như</a:t>
            </a:r>
            <a:r>
              <a:rPr dirty="0"/>
              <a:t> </a:t>
            </a:r>
            <a:r>
              <a:rPr dirty="0" err="1"/>
              <a:t>một</a:t>
            </a:r>
            <a:r>
              <a:rPr dirty="0"/>
              <a:t> </a:t>
            </a:r>
            <a:r>
              <a:rPr dirty="0" err="1"/>
              <a:t>trợ</a:t>
            </a:r>
            <a:r>
              <a:rPr dirty="0"/>
              <a:t> </a:t>
            </a:r>
            <a:r>
              <a:rPr dirty="0" err="1"/>
              <a:t>lý</a:t>
            </a:r>
            <a:r>
              <a:rPr dirty="0"/>
              <a:t> </a:t>
            </a:r>
            <a:r>
              <a:rPr dirty="0" err="1"/>
              <a:t>ảo</a:t>
            </a:r>
            <a:r>
              <a:rPr dirty="0"/>
              <a:t> </a:t>
            </a:r>
            <a:r>
              <a:rPr dirty="0" err="1"/>
              <a:t>thông</a:t>
            </a:r>
            <a:r>
              <a:rPr dirty="0"/>
              <a:t> </a:t>
            </a:r>
            <a:r>
              <a:rPr dirty="0" err="1"/>
              <a:t>minh</a:t>
            </a:r>
            <a:r>
              <a:rPr dirty="0"/>
              <a:t>.</a:t>
            </a:r>
            <a:endParaRPr lang="en-US" dirty="0"/>
          </a:p>
          <a:p>
            <a:pPr>
              <a:defRPr sz="2000"/>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ChatGPT dùng để làm gì?</a:t>
            </a:r>
          </a:p>
        </p:txBody>
      </p:sp>
      <p:sp>
        <p:nvSpPr>
          <p:cNvPr id="3" name="Content Placeholder 2"/>
          <p:cNvSpPr>
            <a:spLocks noGrp="1"/>
          </p:cNvSpPr>
          <p:nvPr>
            <p:ph idx="1"/>
          </p:nvPr>
        </p:nvSpPr>
        <p:spPr/>
        <p:txBody>
          <a:bodyPr>
            <a:normAutofit fontScale="70000" lnSpcReduction="20000"/>
          </a:bodyPr>
          <a:lstStyle/>
          <a:p>
            <a:pPr>
              <a:defRPr sz="2000"/>
            </a:pPr>
            <a:r>
              <a:rPr dirty="0" err="1"/>
              <a:t>Giải</a:t>
            </a:r>
            <a:r>
              <a:rPr dirty="0"/>
              <a:t> </a:t>
            </a:r>
            <a:r>
              <a:rPr dirty="0" err="1"/>
              <a:t>thích</a:t>
            </a:r>
            <a:r>
              <a:rPr dirty="0"/>
              <a:t> </a:t>
            </a:r>
            <a:r>
              <a:rPr dirty="0" err="1"/>
              <a:t>kiến</a:t>
            </a:r>
            <a:r>
              <a:rPr dirty="0"/>
              <a:t> </a:t>
            </a:r>
            <a:r>
              <a:rPr dirty="0" err="1"/>
              <a:t>thức</a:t>
            </a:r>
            <a:r>
              <a:rPr dirty="0"/>
              <a:t> </a:t>
            </a:r>
            <a:r>
              <a:rPr dirty="0" err="1"/>
              <a:t>học</a:t>
            </a:r>
            <a:r>
              <a:rPr dirty="0"/>
              <a:t> </a:t>
            </a:r>
            <a:r>
              <a:rPr dirty="0" err="1"/>
              <a:t>tập</a:t>
            </a:r>
            <a:r>
              <a:rPr dirty="0"/>
              <a:t>: </a:t>
            </a:r>
            <a:r>
              <a:rPr dirty="0" err="1"/>
              <a:t>Toán</a:t>
            </a:r>
            <a:r>
              <a:rPr dirty="0"/>
              <a:t>, Lý, </a:t>
            </a:r>
            <a:r>
              <a:rPr dirty="0" err="1"/>
              <a:t>Hóa</a:t>
            </a:r>
            <a:r>
              <a:rPr dirty="0"/>
              <a:t>, CNTT…</a:t>
            </a:r>
          </a:p>
          <a:p>
            <a:pPr>
              <a:defRPr sz="2000"/>
            </a:pPr>
            <a:r>
              <a:rPr dirty="0" err="1"/>
              <a:t>Viết</a:t>
            </a:r>
            <a:r>
              <a:rPr dirty="0"/>
              <a:t> </a:t>
            </a:r>
            <a:r>
              <a:rPr dirty="0" err="1"/>
              <a:t>bài</a:t>
            </a:r>
            <a:r>
              <a:rPr dirty="0"/>
              <a:t> </a:t>
            </a:r>
            <a:r>
              <a:rPr dirty="0" err="1"/>
              <a:t>văn</a:t>
            </a:r>
            <a:r>
              <a:rPr dirty="0"/>
              <a:t>, email, CV, </a:t>
            </a:r>
            <a:r>
              <a:rPr dirty="0" err="1"/>
              <a:t>nội</a:t>
            </a:r>
            <a:r>
              <a:rPr dirty="0"/>
              <a:t> dung </a:t>
            </a:r>
            <a:r>
              <a:rPr dirty="0" err="1"/>
              <a:t>quảng</a:t>
            </a:r>
            <a:r>
              <a:rPr dirty="0"/>
              <a:t> </a:t>
            </a:r>
            <a:r>
              <a:rPr dirty="0" err="1"/>
              <a:t>cáo</a:t>
            </a:r>
            <a:r>
              <a:rPr dirty="0"/>
              <a:t>.</a:t>
            </a:r>
          </a:p>
          <a:p>
            <a:pPr>
              <a:defRPr sz="2000"/>
            </a:pPr>
            <a:r>
              <a:rPr dirty="0" err="1"/>
              <a:t>Dịch</a:t>
            </a:r>
            <a:r>
              <a:rPr dirty="0"/>
              <a:t> </a:t>
            </a:r>
            <a:r>
              <a:rPr dirty="0" err="1"/>
              <a:t>ngôn</a:t>
            </a:r>
            <a:r>
              <a:rPr dirty="0"/>
              <a:t> </a:t>
            </a:r>
            <a:r>
              <a:rPr dirty="0" err="1"/>
              <a:t>ngữ</a:t>
            </a:r>
            <a:r>
              <a:rPr dirty="0"/>
              <a:t> </a:t>
            </a:r>
            <a:r>
              <a:rPr dirty="0" err="1"/>
              <a:t>giữa</a:t>
            </a:r>
            <a:r>
              <a:rPr dirty="0"/>
              <a:t> </a:t>
            </a:r>
            <a:r>
              <a:rPr dirty="0" err="1"/>
              <a:t>nhiều</a:t>
            </a:r>
            <a:r>
              <a:rPr dirty="0"/>
              <a:t> </a:t>
            </a:r>
            <a:r>
              <a:rPr dirty="0" err="1"/>
              <a:t>thứ</a:t>
            </a:r>
            <a:r>
              <a:rPr dirty="0"/>
              <a:t> </a:t>
            </a:r>
            <a:r>
              <a:rPr dirty="0" err="1"/>
              <a:t>tiếng</a:t>
            </a:r>
            <a:r>
              <a:rPr dirty="0"/>
              <a:t>.</a:t>
            </a:r>
            <a:endParaRPr lang="en-US" dirty="0"/>
          </a:p>
          <a:p>
            <a:pPr>
              <a:defRPr sz="2000"/>
            </a:pPr>
            <a:r>
              <a:rPr lang="vi-VN" dirty="0"/>
              <a:t>Nói đơn giản, ChatGPT có thể: </a:t>
            </a:r>
            <a:endParaRPr lang="en-US" dirty="0"/>
          </a:p>
          <a:p>
            <a:pPr>
              <a:defRPr sz="2000"/>
            </a:pPr>
            <a:r>
              <a:rPr lang="vi-VN" dirty="0"/>
              <a:t>• </a:t>
            </a:r>
            <a:r>
              <a:rPr lang="en-US" dirty="0"/>
              <a:t>💬 </a:t>
            </a:r>
            <a:r>
              <a:rPr lang="vi-VN" dirty="0"/>
              <a:t>Trò chuyện và trả lời câu hỏi như con người </a:t>
            </a:r>
            <a:endParaRPr lang="en-US" dirty="0"/>
          </a:p>
          <a:p>
            <a:pPr>
              <a:defRPr sz="2000"/>
            </a:pPr>
            <a:r>
              <a:rPr lang="vi-VN" dirty="0"/>
              <a:t>• </a:t>
            </a:r>
            <a:r>
              <a:rPr lang="en-US" dirty="0"/>
              <a:t>📚 </a:t>
            </a:r>
            <a:r>
              <a:rPr lang="vi-VN" dirty="0"/>
              <a:t>Giải thích kiến thức (toán, lý, hóa, lịch sử, công nghệ, v.v.) </a:t>
            </a:r>
            <a:endParaRPr lang="en-US" dirty="0"/>
          </a:p>
          <a:p>
            <a:pPr>
              <a:defRPr sz="2000"/>
            </a:pPr>
            <a:r>
              <a:rPr lang="vi-VN" dirty="0"/>
              <a:t>• ✍️ Viết văn, email, bài luận, kịch bản </a:t>
            </a:r>
            <a:endParaRPr lang="en-US" dirty="0"/>
          </a:p>
          <a:p>
            <a:pPr>
              <a:defRPr sz="2000"/>
            </a:pPr>
            <a:r>
              <a:rPr lang="vi-VN" dirty="0"/>
              <a:t>• </a:t>
            </a:r>
            <a:r>
              <a:rPr lang="en-US" dirty="0"/>
              <a:t>💻 </a:t>
            </a:r>
            <a:r>
              <a:rPr lang="vi-VN" dirty="0"/>
              <a:t>Hỗ trợ lập trình, sửa lỗi code </a:t>
            </a:r>
            <a:endParaRPr lang="en-US" dirty="0"/>
          </a:p>
          <a:p>
            <a:pPr>
              <a:defRPr sz="2000"/>
            </a:pPr>
            <a:r>
              <a:rPr lang="vi-VN" dirty="0"/>
              <a:t>• </a:t>
            </a:r>
            <a:r>
              <a:rPr lang="en-US" dirty="0"/>
              <a:t>🌍 </a:t>
            </a:r>
            <a:r>
              <a:rPr lang="vi-VN" dirty="0"/>
              <a:t>Dịch ngôn ngữ, tóm tắt văn bản </a:t>
            </a:r>
            <a:endParaRPr lang="en-US" dirty="0"/>
          </a:p>
          <a:p>
            <a:pPr>
              <a:defRPr sz="2000"/>
            </a:pPr>
            <a:r>
              <a:rPr lang="vi-VN" dirty="0"/>
              <a:t>• </a:t>
            </a:r>
            <a:r>
              <a:rPr lang="en-US" dirty="0"/>
              <a:t>🎯 </a:t>
            </a:r>
            <a:r>
              <a:rPr lang="vi-VN" dirty="0"/>
              <a:t>Gợi ý ý tưởng học tập, công việc, giải trí</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0543" y="716030"/>
            <a:ext cx="6795634" cy="1049235"/>
          </a:xfrm>
        </p:spPr>
        <p:txBody>
          <a:bodyPr/>
          <a:lstStyle/>
          <a:p>
            <a:r>
              <a:rPr dirty="0"/>
              <a:t>ChatGPT </a:t>
            </a:r>
            <a:r>
              <a:rPr dirty="0" err="1"/>
              <a:t>trong</a:t>
            </a:r>
            <a:r>
              <a:rPr dirty="0"/>
              <a:t> </a:t>
            </a:r>
            <a:r>
              <a:rPr dirty="0" err="1"/>
              <a:t>học</a:t>
            </a:r>
            <a:r>
              <a:rPr dirty="0"/>
              <a:t> </a:t>
            </a:r>
            <a:r>
              <a:rPr dirty="0" err="1"/>
              <a:t>tập</a:t>
            </a:r>
            <a:endParaRPr dirty="0"/>
          </a:p>
        </p:txBody>
      </p:sp>
      <p:sp>
        <p:nvSpPr>
          <p:cNvPr id="3" name="Content Placeholder 2"/>
          <p:cNvSpPr>
            <a:spLocks noGrp="1"/>
          </p:cNvSpPr>
          <p:nvPr>
            <p:ph idx="1"/>
          </p:nvPr>
        </p:nvSpPr>
        <p:spPr/>
        <p:txBody>
          <a:bodyPr>
            <a:normAutofit fontScale="55000" lnSpcReduction="20000"/>
          </a:bodyPr>
          <a:lstStyle/>
          <a:p>
            <a:pPr>
              <a:defRPr sz="2000"/>
            </a:pPr>
            <a:r>
              <a:rPr dirty="0" err="1"/>
              <a:t>Giải</a:t>
            </a:r>
            <a:r>
              <a:rPr dirty="0"/>
              <a:t> </a:t>
            </a:r>
            <a:r>
              <a:rPr dirty="0" err="1"/>
              <a:t>bài</a:t>
            </a:r>
            <a:r>
              <a:rPr dirty="0"/>
              <a:t> </a:t>
            </a:r>
            <a:r>
              <a:rPr dirty="0" err="1"/>
              <a:t>tập</a:t>
            </a:r>
            <a:r>
              <a:rPr dirty="0"/>
              <a:t> </a:t>
            </a:r>
            <a:r>
              <a:rPr dirty="0" err="1"/>
              <a:t>từng</a:t>
            </a:r>
            <a:r>
              <a:rPr dirty="0"/>
              <a:t> </a:t>
            </a:r>
            <a:r>
              <a:rPr dirty="0" err="1"/>
              <a:t>bước</a:t>
            </a:r>
            <a:r>
              <a:rPr dirty="0"/>
              <a:t>, </a:t>
            </a:r>
            <a:r>
              <a:rPr dirty="0" err="1"/>
              <a:t>dễ</a:t>
            </a:r>
            <a:r>
              <a:rPr dirty="0"/>
              <a:t> </a:t>
            </a:r>
            <a:r>
              <a:rPr dirty="0" err="1"/>
              <a:t>hiểu</a:t>
            </a:r>
            <a:r>
              <a:rPr dirty="0"/>
              <a:t>.</a:t>
            </a:r>
          </a:p>
          <a:p>
            <a:pPr>
              <a:defRPr sz="2000"/>
            </a:pPr>
            <a:r>
              <a:rPr dirty="0" err="1"/>
              <a:t>Tóm</a:t>
            </a:r>
            <a:r>
              <a:rPr dirty="0"/>
              <a:t> </a:t>
            </a:r>
            <a:r>
              <a:rPr dirty="0" err="1"/>
              <a:t>tắt</a:t>
            </a:r>
            <a:r>
              <a:rPr dirty="0"/>
              <a:t> </a:t>
            </a:r>
            <a:r>
              <a:rPr dirty="0" err="1"/>
              <a:t>bài</a:t>
            </a:r>
            <a:r>
              <a:rPr dirty="0"/>
              <a:t> </a:t>
            </a:r>
            <a:r>
              <a:rPr dirty="0" err="1"/>
              <a:t>học</a:t>
            </a:r>
            <a:r>
              <a:rPr dirty="0"/>
              <a:t> </a:t>
            </a:r>
            <a:r>
              <a:rPr dirty="0" err="1"/>
              <a:t>dài</a:t>
            </a:r>
            <a:r>
              <a:rPr dirty="0"/>
              <a:t>.</a:t>
            </a:r>
          </a:p>
          <a:p>
            <a:pPr>
              <a:defRPr sz="2000"/>
            </a:pPr>
            <a:r>
              <a:rPr dirty="0" err="1"/>
              <a:t>Luyện</a:t>
            </a:r>
            <a:r>
              <a:rPr dirty="0"/>
              <a:t> </a:t>
            </a:r>
            <a:r>
              <a:rPr dirty="0" err="1"/>
              <a:t>viết</a:t>
            </a:r>
            <a:r>
              <a:rPr dirty="0"/>
              <a:t> </a:t>
            </a:r>
            <a:r>
              <a:rPr dirty="0" err="1"/>
              <a:t>văn</a:t>
            </a:r>
            <a:r>
              <a:rPr dirty="0"/>
              <a:t>, </a:t>
            </a:r>
            <a:r>
              <a:rPr dirty="0" err="1"/>
              <a:t>thuyết</a:t>
            </a:r>
            <a:r>
              <a:rPr dirty="0"/>
              <a:t> </a:t>
            </a:r>
            <a:r>
              <a:rPr dirty="0" err="1"/>
              <a:t>trình</a:t>
            </a:r>
            <a:r>
              <a:rPr dirty="0"/>
              <a:t>, IELTS.</a:t>
            </a:r>
            <a:endParaRPr lang="en-US" dirty="0"/>
          </a:p>
          <a:p>
            <a:pPr>
              <a:defRPr sz="2000"/>
            </a:pPr>
            <a:r>
              <a:rPr lang="en-US" dirty="0"/>
              <a:t>🔹 2. </a:t>
            </a:r>
            <a:r>
              <a:rPr lang="vi-VN" dirty="0"/>
              <a:t>Ví dụ với học sinh</a:t>
            </a:r>
            <a:r>
              <a:rPr lang="en-US" dirty="0"/>
              <a:t>📌 </a:t>
            </a:r>
            <a:r>
              <a:rPr lang="vi-VN" dirty="0"/>
              <a:t>Tình huống: Học bài khó (Toán / Lý / Hóa)Google </a:t>
            </a:r>
            <a:endParaRPr lang="en-US" dirty="0"/>
          </a:p>
          <a:p>
            <a:pPr>
              <a:defRPr sz="2000"/>
            </a:pPr>
            <a:r>
              <a:rPr lang="vi-VN" dirty="0"/>
              <a:t>• Tìm công thức </a:t>
            </a:r>
            <a:endParaRPr lang="en-US" dirty="0"/>
          </a:p>
          <a:p>
            <a:pPr>
              <a:defRPr sz="2000"/>
            </a:pPr>
            <a:r>
              <a:rPr lang="vi-VN" dirty="0"/>
              <a:t>• Tìm lời giải mẫu </a:t>
            </a:r>
            <a:endParaRPr lang="en-US" dirty="0"/>
          </a:p>
          <a:p>
            <a:pPr>
              <a:defRPr sz="2000"/>
            </a:pPr>
            <a:r>
              <a:rPr lang="vi-VN" dirty="0"/>
              <a:t>• Có thể khó hiểuChatGPT </a:t>
            </a:r>
            <a:endParaRPr lang="en-US" dirty="0"/>
          </a:p>
          <a:p>
            <a:pPr>
              <a:defRPr sz="2000"/>
            </a:pPr>
            <a:r>
              <a:rPr lang="vi-VN" dirty="0"/>
              <a:t> Hỏi: “Giải bài toán này theo cách dễ hiểu cho học sinh lớp 9” </a:t>
            </a:r>
            <a:endParaRPr lang="en-US" dirty="0"/>
          </a:p>
          <a:p>
            <a:pPr>
              <a:defRPr sz="2000"/>
            </a:pPr>
            <a:r>
              <a:rPr lang="vi-VN" dirty="0"/>
              <a:t>• ChatGPT: • Giải từng bước </a:t>
            </a:r>
            <a:endParaRPr lang="en-US" dirty="0"/>
          </a:p>
          <a:p>
            <a:pPr>
              <a:defRPr sz="2000"/>
            </a:pPr>
            <a:r>
              <a:rPr lang="vi-VN" dirty="0"/>
              <a:t>• Giải thích bằng ngôn ngữ đơn giản </a:t>
            </a:r>
            <a:endParaRPr lang="en-US" dirty="0"/>
          </a:p>
          <a:p>
            <a:pPr>
              <a:defRPr sz="2000"/>
            </a:pPr>
            <a:r>
              <a:rPr lang="vi-VN" dirty="0"/>
              <a:t>• Có thể hỏi lại nếu chưa hiểu</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ChatGPT trong công việc</a:t>
            </a:r>
          </a:p>
        </p:txBody>
      </p:sp>
      <p:sp>
        <p:nvSpPr>
          <p:cNvPr id="3" name="Content Placeholder 2"/>
          <p:cNvSpPr>
            <a:spLocks noGrp="1"/>
          </p:cNvSpPr>
          <p:nvPr>
            <p:ph idx="1"/>
          </p:nvPr>
        </p:nvSpPr>
        <p:spPr/>
        <p:txBody>
          <a:bodyPr/>
          <a:lstStyle/>
          <a:p>
            <a:pPr>
              <a:defRPr sz="2000"/>
            </a:pPr>
            <a:r>
              <a:t>Soạn email, báo cáo nhanh chóng.</a:t>
            </a:r>
          </a:p>
          <a:p>
            <a:pPr>
              <a:defRPr sz="2000"/>
            </a:pPr>
            <a:r>
              <a:t>Lập kế hoạch học tập và làm việc.</a:t>
            </a:r>
          </a:p>
          <a:p>
            <a:pPr>
              <a:defRPr sz="2000"/>
            </a:pPr>
            <a:r>
              <a:t>Gợi ý ý tưởng sáng tạo.</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ChatGPT trong lập trình</a:t>
            </a:r>
          </a:p>
        </p:txBody>
      </p:sp>
      <p:sp>
        <p:nvSpPr>
          <p:cNvPr id="3" name="Content Placeholder 2"/>
          <p:cNvSpPr>
            <a:spLocks noGrp="1"/>
          </p:cNvSpPr>
          <p:nvPr>
            <p:ph idx="1"/>
          </p:nvPr>
        </p:nvSpPr>
        <p:spPr>
          <a:xfrm>
            <a:off x="1443491" y="1931437"/>
            <a:ext cx="6636819" cy="3974842"/>
          </a:xfrm>
        </p:spPr>
        <p:txBody>
          <a:bodyPr>
            <a:normAutofit fontScale="47500" lnSpcReduction="20000"/>
          </a:bodyPr>
          <a:lstStyle/>
          <a:p>
            <a:pPr>
              <a:defRPr sz="2000"/>
            </a:pPr>
            <a:r>
              <a:rPr dirty="0" err="1"/>
              <a:t>Viết</a:t>
            </a:r>
            <a:r>
              <a:rPr dirty="0"/>
              <a:t> code </a:t>
            </a:r>
            <a:r>
              <a:rPr dirty="0" err="1"/>
              <a:t>theo</a:t>
            </a:r>
            <a:r>
              <a:rPr dirty="0"/>
              <a:t> </a:t>
            </a:r>
            <a:r>
              <a:rPr dirty="0" err="1"/>
              <a:t>yêu</a:t>
            </a:r>
            <a:r>
              <a:rPr dirty="0"/>
              <a:t> </a:t>
            </a:r>
            <a:r>
              <a:rPr dirty="0" err="1"/>
              <a:t>cầu</a:t>
            </a:r>
            <a:r>
              <a:rPr dirty="0"/>
              <a:t>.</a:t>
            </a:r>
          </a:p>
          <a:p>
            <a:pPr>
              <a:defRPr sz="2000"/>
            </a:pPr>
            <a:r>
              <a:rPr dirty="0" err="1"/>
              <a:t>Sửa</a:t>
            </a:r>
            <a:r>
              <a:rPr dirty="0"/>
              <a:t> </a:t>
            </a:r>
            <a:r>
              <a:rPr dirty="0" err="1"/>
              <a:t>lỗi</a:t>
            </a:r>
            <a:r>
              <a:rPr dirty="0"/>
              <a:t> </a:t>
            </a:r>
            <a:r>
              <a:rPr dirty="0" err="1"/>
              <a:t>và</a:t>
            </a:r>
            <a:r>
              <a:rPr dirty="0"/>
              <a:t> </a:t>
            </a:r>
            <a:r>
              <a:rPr dirty="0" err="1"/>
              <a:t>giải</a:t>
            </a:r>
            <a:r>
              <a:rPr dirty="0"/>
              <a:t> </a:t>
            </a:r>
            <a:r>
              <a:rPr dirty="0" err="1"/>
              <a:t>thích</a:t>
            </a:r>
            <a:r>
              <a:rPr dirty="0"/>
              <a:t> code.</a:t>
            </a:r>
          </a:p>
          <a:p>
            <a:pPr>
              <a:defRPr sz="2000"/>
            </a:pPr>
            <a:r>
              <a:rPr dirty="0" err="1"/>
              <a:t>Hỗ</a:t>
            </a:r>
            <a:r>
              <a:rPr dirty="0"/>
              <a:t> </a:t>
            </a:r>
            <a:r>
              <a:rPr dirty="0" err="1"/>
              <a:t>trợ</a:t>
            </a:r>
            <a:r>
              <a:rPr dirty="0"/>
              <a:t> </a:t>
            </a:r>
            <a:r>
              <a:rPr dirty="0" err="1"/>
              <a:t>học</a:t>
            </a:r>
            <a:r>
              <a:rPr dirty="0"/>
              <a:t> </a:t>
            </a:r>
            <a:r>
              <a:rPr dirty="0" err="1"/>
              <a:t>thuật</a:t>
            </a:r>
            <a:r>
              <a:rPr dirty="0"/>
              <a:t> </a:t>
            </a:r>
            <a:r>
              <a:rPr dirty="0" err="1"/>
              <a:t>toán</a:t>
            </a:r>
            <a:r>
              <a:rPr dirty="0"/>
              <a:t> </a:t>
            </a:r>
            <a:r>
              <a:rPr dirty="0" err="1"/>
              <a:t>và</a:t>
            </a:r>
            <a:r>
              <a:rPr dirty="0"/>
              <a:t> </a:t>
            </a:r>
            <a:r>
              <a:rPr dirty="0" err="1"/>
              <a:t>ngôn</a:t>
            </a:r>
            <a:r>
              <a:rPr dirty="0"/>
              <a:t> </a:t>
            </a:r>
            <a:r>
              <a:rPr dirty="0" err="1"/>
              <a:t>ngữ</a:t>
            </a:r>
            <a:r>
              <a:rPr dirty="0"/>
              <a:t> </a:t>
            </a:r>
            <a:r>
              <a:rPr dirty="0" err="1"/>
              <a:t>lập</a:t>
            </a:r>
            <a:r>
              <a:rPr dirty="0"/>
              <a:t> </a:t>
            </a:r>
            <a:r>
              <a:rPr dirty="0" err="1"/>
              <a:t>trình</a:t>
            </a:r>
            <a:r>
              <a:rPr dirty="0"/>
              <a:t>.</a:t>
            </a:r>
            <a:endParaRPr lang="en-US" dirty="0"/>
          </a:p>
          <a:p>
            <a:pPr>
              <a:defRPr sz="2000"/>
            </a:pPr>
            <a:r>
              <a:rPr lang="en-US" dirty="0"/>
              <a:t>📌 </a:t>
            </a:r>
            <a:r>
              <a:rPr lang="vi-VN" dirty="0"/>
              <a:t>Tình huống: Bị lỗi codeDùng Google • Gõ: “NullPointerException Java” </a:t>
            </a:r>
            <a:endParaRPr lang="en-US" dirty="0"/>
          </a:p>
          <a:p>
            <a:pPr>
              <a:defRPr sz="2000"/>
            </a:pPr>
            <a:r>
              <a:rPr lang="vi-VN" dirty="0"/>
              <a:t>• Google trả về: </a:t>
            </a:r>
            <a:endParaRPr lang="en-US" dirty="0"/>
          </a:p>
          <a:p>
            <a:pPr>
              <a:defRPr sz="2000"/>
            </a:pPr>
            <a:r>
              <a:rPr lang="vi-VN" dirty="0"/>
              <a:t>• Hàng loạt link (Stack Overflow, blog, docs) </a:t>
            </a:r>
            <a:endParaRPr lang="en-US" dirty="0"/>
          </a:p>
          <a:p>
            <a:pPr>
              <a:defRPr sz="2000"/>
            </a:pPr>
            <a:r>
              <a:rPr lang="vi-VN" dirty="0"/>
              <a:t>• Người dùng phải: </a:t>
            </a:r>
            <a:endParaRPr lang="en-US" dirty="0"/>
          </a:p>
          <a:p>
            <a:pPr>
              <a:defRPr sz="2000"/>
            </a:pPr>
            <a:r>
              <a:rPr lang="vi-VN" dirty="0"/>
              <a:t>• Mở nhiều trang </a:t>
            </a:r>
            <a:endParaRPr lang="en-US" dirty="0"/>
          </a:p>
          <a:p>
            <a:pPr>
              <a:defRPr sz="2000"/>
            </a:pPr>
            <a:r>
              <a:rPr lang="vi-VN" dirty="0"/>
              <a:t>• Tự đọc • Tự đoán lỗi của mình nằm ở đâuDùng ChatGPT </a:t>
            </a:r>
            <a:endParaRPr lang="en-US" dirty="0"/>
          </a:p>
          <a:p>
            <a:pPr>
              <a:defRPr sz="2000"/>
            </a:pPr>
            <a:r>
              <a:rPr lang="vi-VN" dirty="0"/>
              <a:t>• Gõ: “Code Java của tôi bị NullPointerException, đây là đoạn code … lỗi có thể do đâu?” • ChatGPT: </a:t>
            </a:r>
            <a:endParaRPr lang="en-US" dirty="0"/>
          </a:p>
          <a:p>
            <a:pPr>
              <a:defRPr sz="2000"/>
            </a:pPr>
            <a:r>
              <a:rPr lang="vi-VN" dirty="0"/>
              <a:t>• Phân tích code </a:t>
            </a:r>
            <a:endParaRPr lang="en-US" dirty="0"/>
          </a:p>
          <a:p>
            <a:pPr>
              <a:defRPr sz="2000"/>
            </a:pPr>
            <a:r>
              <a:rPr lang="vi-VN" dirty="0"/>
              <a:t>• Chỉ ra nguyên nhân</a:t>
            </a:r>
            <a:endParaRPr lang="en-US" dirty="0"/>
          </a:p>
          <a:p>
            <a:pPr>
              <a:defRPr sz="2000"/>
            </a:pPr>
            <a:r>
              <a:rPr lang="vi-VN" dirty="0"/>
              <a:t> • Gợi ý cách sửa </a:t>
            </a:r>
            <a:endParaRPr lang="en-US" dirty="0"/>
          </a:p>
          <a:p>
            <a:pPr>
              <a:defRPr sz="2000"/>
            </a:pPr>
            <a:r>
              <a:rPr lang="vi-VN" dirty="0"/>
              <a:t>• Có thể hỏi tiếp: “sửa theo cách khác được không?”</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3. ChatGPT hoạt động như thế nào?</a:t>
            </a:r>
          </a:p>
        </p:txBody>
      </p:sp>
      <p:sp>
        <p:nvSpPr>
          <p:cNvPr id="3" name="Content Placeholder 2"/>
          <p:cNvSpPr>
            <a:spLocks noGrp="1"/>
          </p:cNvSpPr>
          <p:nvPr>
            <p:ph idx="1"/>
          </p:nvPr>
        </p:nvSpPr>
        <p:spPr/>
        <p:txBody>
          <a:bodyPr>
            <a:normAutofit fontScale="85000" lnSpcReduction="20000"/>
          </a:bodyPr>
          <a:lstStyle/>
          <a:p>
            <a:pPr>
              <a:defRPr sz="2000"/>
            </a:pPr>
            <a:r>
              <a:rPr dirty="0" err="1"/>
              <a:t>Được</a:t>
            </a:r>
            <a:r>
              <a:rPr dirty="0"/>
              <a:t> </a:t>
            </a:r>
            <a:r>
              <a:rPr dirty="0" err="1"/>
              <a:t>huấn</a:t>
            </a:r>
            <a:r>
              <a:rPr dirty="0"/>
              <a:t> </a:t>
            </a:r>
            <a:r>
              <a:rPr dirty="0" err="1"/>
              <a:t>luyện</a:t>
            </a:r>
            <a:r>
              <a:rPr dirty="0"/>
              <a:t> </a:t>
            </a:r>
            <a:r>
              <a:rPr dirty="0" err="1"/>
              <a:t>từ</a:t>
            </a:r>
            <a:r>
              <a:rPr dirty="0"/>
              <a:t> </a:t>
            </a:r>
            <a:r>
              <a:rPr dirty="0" err="1"/>
              <a:t>lượng</a:t>
            </a:r>
            <a:r>
              <a:rPr dirty="0"/>
              <a:t> </a:t>
            </a:r>
            <a:r>
              <a:rPr dirty="0" err="1"/>
              <a:t>lớn</a:t>
            </a:r>
            <a:r>
              <a:rPr dirty="0"/>
              <a:t> </a:t>
            </a:r>
            <a:r>
              <a:rPr dirty="0" err="1"/>
              <a:t>dữ</a:t>
            </a:r>
            <a:r>
              <a:rPr dirty="0"/>
              <a:t> </a:t>
            </a:r>
            <a:r>
              <a:rPr dirty="0" err="1"/>
              <a:t>liệu</a:t>
            </a:r>
            <a:r>
              <a:rPr dirty="0"/>
              <a:t> </a:t>
            </a:r>
            <a:r>
              <a:rPr dirty="0" err="1"/>
              <a:t>văn</a:t>
            </a:r>
            <a:r>
              <a:rPr dirty="0"/>
              <a:t> </a:t>
            </a:r>
            <a:r>
              <a:rPr dirty="0" err="1"/>
              <a:t>bản</a:t>
            </a:r>
            <a:r>
              <a:rPr dirty="0"/>
              <a:t>.</a:t>
            </a:r>
          </a:p>
          <a:p>
            <a:pPr>
              <a:defRPr sz="2000"/>
            </a:pPr>
            <a:r>
              <a:rPr dirty="0" err="1"/>
              <a:t>Dự</a:t>
            </a:r>
            <a:r>
              <a:rPr dirty="0"/>
              <a:t> </a:t>
            </a:r>
            <a:r>
              <a:rPr dirty="0" err="1"/>
              <a:t>đoán</a:t>
            </a:r>
            <a:r>
              <a:rPr dirty="0"/>
              <a:t> </a:t>
            </a:r>
            <a:r>
              <a:rPr dirty="0" err="1"/>
              <a:t>câu</a:t>
            </a:r>
            <a:r>
              <a:rPr dirty="0"/>
              <a:t> </a:t>
            </a:r>
            <a:r>
              <a:rPr dirty="0" err="1"/>
              <a:t>trả</a:t>
            </a:r>
            <a:r>
              <a:rPr dirty="0"/>
              <a:t> </a:t>
            </a:r>
            <a:r>
              <a:rPr dirty="0" err="1"/>
              <a:t>lời</a:t>
            </a:r>
            <a:r>
              <a:rPr dirty="0"/>
              <a:t> </a:t>
            </a:r>
            <a:r>
              <a:rPr dirty="0" err="1"/>
              <a:t>phù</a:t>
            </a:r>
            <a:r>
              <a:rPr dirty="0"/>
              <a:t> </a:t>
            </a:r>
            <a:r>
              <a:rPr dirty="0" err="1"/>
              <a:t>hợp</a:t>
            </a:r>
            <a:r>
              <a:rPr dirty="0"/>
              <a:t> </a:t>
            </a:r>
            <a:r>
              <a:rPr dirty="0" err="1"/>
              <a:t>nhất</a:t>
            </a:r>
            <a:r>
              <a:rPr dirty="0"/>
              <a:t> </a:t>
            </a:r>
            <a:r>
              <a:rPr dirty="0" err="1"/>
              <a:t>với</a:t>
            </a:r>
            <a:r>
              <a:rPr dirty="0"/>
              <a:t> </a:t>
            </a:r>
            <a:r>
              <a:rPr dirty="0" err="1"/>
              <a:t>câu</a:t>
            </a:r>
            <a:r>
              <a:rPr dirty="0"/>
              <a:t> </a:t>
            </a:r>
            <a:r>
              <a:rPr dirty="0" err="1"/>
              <a:t>hỏi</a:t>
            </a:r>
            <a:r>
              <a:rPr dirty="0"/>
              <a:t>.</a:t>
            </a:r>
          </a:p>
          <a:p>
            <a:pPr>
              <a:defRPr sz="2000"/>
            </a:pPr>
            <a:r>
              <a:rPr dirty="0" err="1"/>
              <a:t>Không</a:t>
            </a:r>
            <a:r>
              <a:rPr dirty="0"/>
              <a:t> </a:t>
            </a:r>
            <a:r>
              <a:rPr dirty="0" err="1"/>
              <a:t>suy</a:t>
            </a:r>
            <a:r>
              <a:rPr dirty="0"/>
              <a:t> </a:t>
            </a:r>
            <a:r>
              <a:rPr dirty="0" err="1"/>
              <a:t>nghĩ</a:t>
            </a:r>
            <a:r>
              <a:rPr dirty="0"/>
              <a:t> hay </a:t>
            </a:r>
            <a:r>
              <a:rPr dirty="0" err="1"/>
              <a:t>có</a:t>
            </a:r>
            <a:r>
              <a:rPr dirty="0"/>
              <a:t> ý </a:t>
            </a:r>
            <a:r>
              <a:rPr dirty="0" err="1"/>
              <a:t>thức</a:t>
            </a:r>
            <a:r>
              <a:rPr dirty="0"/>
              <a:t> </a:t>
            </a:r>
            <a:r>
              <a:rPr dirty="0" err="1"/>
              <a:t>như</a:t>
            </a:r>
            <a:r>
              <a:rPr dirty="0"/>
              <a:t> con </a:t>
            </a:r>
            <a:r>
              <a:rPr dirty="0" err="1"/>
              <a:t>người</a:t>
            </a:r>
            <a:r>
              <a:rPr dirty="0"/>
              <a:t>.</a:t>
            </a:r>
            <a:endParaRPr lang="en-US" dirty="0"/>
          </a:p>
          <a:p>
            <a:pPr>
              <a:defRPr sz="2000"/>
            </a:pPr>
            <a:r>
              <a:rPr lang="vi-VN" dirty="0"/>
              <a:t>ChatGPT hoạt động như một mô hình ngôn ngữ lớn (LLM) dựa trên trí tuệ nhân tạo, sử dụng học sâu để phân tích đầu vào của người dùng (văn bản, hình ảnh, âm thanh), dự đoán từ tiếp theo dựa trên hàng tỷ dữ liệu đã học, từ đó tạo ra câu trả lời tự nhiên và phù hợp, giống như trò chuyện với con người. Nó không chỉ tìm kiếm thông tin mà còn hiểu ngữ cảnh và tạo ra nội dung mới, được cải tiến liên tục qua cơ chế phản hồi của con người (RLHF).</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ChatGPT không làm được gì?</a:t>
            </a:r>
          </a:p>
        </p:txBody>
      </p:sp>
      <p:sp>
        <p:nvSpPr>
          <p:cNvPr id="3" name="Content Placeholder 2"/>
          <p:cNvSpPr>
            <a:spLocks noGrp="1"/>
          </p:cNvSpPr>
          <p:nvPr>
            <p:ph idx="1"/>
          </p:nvPr>
        </p:nvSpPr>
        <p:spPr/>
        <p:txBody>
          <a:bodyPr/>
          <a:lstStyle/>
          <a:p>
            <a:pPr>
              <a:defRPr sz="2000"/>
            </a:pPr>
            <a:r>
              <a:rPr dirty="0" err="1"/>
              <a:t>Không</a:t>
            </a:r>
            <a:r>
              <a:rPr dirty="0"/>
              <a:t> </a:t>
            </a:r>
            <a:r>
              <a:rPr dirty="0" err="1"/>
              <a:t>có</a:t>
            </a:r>
            <a:r>
              <a:rPr dirty="0"/>
              <a:t> </a:t>
            </a:r>
            <a:r>
              <a:rPr dirty="0" err="1"/>
              <a:t>cảm</a:t>
            </a:r>
            <a:r>
              <a:rPr dirty="0"/>
              <a:t> </a:t>
            </a:r>
            <a:r>
              <a:rPr dirty="0" err="1"/>
              <a:t>xúc</a:t>
            </a:r>
            <a:r>
              <a:rPr dirty="0"/>
              <a:t> hay </a:t>
            </a:r>
            <a:r>
              <a:rPr dirty="0" err="1"/>
              <a:t>suy</a:t>
            </a:r>
            <a:r>
              <a:rPr dirty="0"/>
              <a:t> </a:t>
            </a:r>
            <a:r>
              <a:rPr dirty="0" err="1"/>
              <a:t>nghĩ</a:t>
            </a:r>
            <a:r>
              <a:rPr dirty="0"/>
              <a:t>.</a:t>
            </a:r>
          </a:p>
          <a:p>
            <a:pPr>
              <a:defRPr sz="2000"/>
            </a:pPr>
            <a:r>
              <a:rPr dirty="0" err="1"/>
              <a:t>Không</a:t>
            </a:r>
            <a:r>
              <a:rPr dirty="0"/>
              <a:t> </a:t>
            </a:r>
            <a:r>
              <a:rPr dirty="0" err="1"/>
              <a:t>thay</a:t>
            </a:r>
            <a:r>
              <a:rPr dirty="0"/>
              <a:t> </a:t>
            </a:r>
            <a:r>
              <a:rPr dirty="0" err="1"/>
              <a:t>thế</a:t>
            </a:r>
            <a:r>
              <a:rPr dirty="0"/>
              <a:t> </a:t>
            </a:r>
            <a:r>
              <a:rPr dirty="0" err="1"/>
              <a:t>hoàn</a:t>
            </a:r>
            <a:r>
              <a:rPr dirty="0"/>
              <a:t> </a:t>
            </a:r>
            <a:r>
              <a:rPr dirty="0" err="1"/>
              <a:t>toàn</a:t>
            </a:r>
            <a:r>
              <a:rPr dirty="0"/>
              <a:t> con </a:t>
            </a:r>
            <a:r>
              <a:rPr dirty="0" err="1"/>
              <a:t>người</a:t>
            </a:r>
            <a:r>
              <a:rPr dirty="0"/>
              <a:t>.</a:t>
            </a:r>
          </a:p>
          <a:p>
            <a:pPr>
              <a:defRPr sz="2000"/>
            </a:pPr>
            <a:r>
              <a:rPr dirty="0" err="1"/>
              <a:t>Có</a:t>
            </a:r>
            <a:r>
              <a:rPr dirty="0"/>
              <a:t> </a:t>
            </a:r>
            <a:r>
              <a:rPr dirty="0" err="1"/>
              <a:t>thể</a:t>
            </a:r>
            <a:r>
              <a:rPr dirty="0"/>
              <a:t> </a:t>
            </a:r>
            <a:r>
              <a:rPr dirty="0" err="1"/>
              <a:t>trả</a:t>
            </a:r>
            <a:r>
              <a:rPr dirty="0"/>
              <a:t> </a:t>
            </a:r>
            <a:r>
              <a:rPr dirty="0" err="1"/>
              <a:t>lời</a:t>
            </a:r>
            <a:r>
              <a:rPr dirty="0"/>
              <a:t> </a:t>
            </a:r>
            <a:r>
              <a:rPr dirty="0" err="1"/>
              <a:t>sai</a:t>
            </a:r>
            <a:r>
              <a:rPr dirty="0"/>
              <a:t> </a:t>
            </a:r>
            <a:r>
              <a:rPr dirty="0" err="1"/>
              <a:t>nếu</a:t>
            </a:r>
            <a:r>
              <a:rPr dirty="0"/>
              <a:t> </a:t>
            </a:r>
            <a:r>
              <a:rPr dirty="0" err="1"/>
              <a:t>câu</a:t>
            </a:r>
            <a:r>
              <a:rPr dirty="0"/>
              <a:t> </a:t>
            </a:r>
            <a:r>
              <a:rPr dirty="0" err="1"/>
              <a:t>hỏi</a:t>
            </a:r>
            <a:r>
              <a:rPr dirty="0"/>
              <a:t> </a:t>
            </a:r>
            <a:r>
              <a:rPr dirty="0" err="1"/>
              <a:t>không</a:t>
            </a:r>
            <a:r>
              <a:rPr dirty="0"/>
              <a:t> </a:t>
            </a:r>
            <a:r>
              <a:rPr dirty="0" err="1"/>
              <a:t>rõ</a:t>
            </a:r>
            <a:endParaRPr lang="en-US" dirty="0"/>
          </a:p>
          <a:p>
            <a:pPr>
              <a:defRPr sz="2000"/>
            </a:pPr>
            <a:r>
              <a:rPr lang="vi-VN" dirty="0"/>
              <a:t> Chat GPT sẽ không dự đoán kết quả trong tương lai của các sự kiện thể thao hoặc cuộc thi chính trị Vì sao bạn không thể dự đoán các sự kiện thể thao hoặc các cuộc thi chính trị mặc dù bạn có đủ dữ liệu lịch sử để tạo ra một mô hình hợp lệ</a:t>
            </a:r>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3491" y="314632"/>
            <a:ext cx="6571343" cy="1170039"/>
          </a:xfrm>
        </p:spPr>
        <p:txBody>
          <a:bodyPr/>
          <a:lstStyle/>
          <a:p>
            <a:r>
              <a:rPr dirty="0"/>
              <a:t>5. ChatGPT </a:t>
            </a:r>
            <a:r>
              <a:rPr dirty="0" err="1"/>
              <a:t>có</a:t>
            </a:r>
            <a:r>
              <a:rPr dirty="0"/>
              <a:t> an </a:t>
            </a:r>
            <a:r>
              <a:rPr dirty="0" err="1"/>
              <a:t>toàn</a:t>
            </a:r>
            <a:r>
              <a:rPr dirty="0"/>
              <a:t> </a:t>
            </a:r>
            <a:r>
              <a:rPr dirty="0" err="1"/>
              <a:t>không</a:t>
            </a:r>
            <a:r>
              <a:rPr dirty="0"/>
              <a:t>?</a:t>
            </a:r>
          </a:p>
        </p:txBody>
      </p:sp>
      <p:sp>
        <p:nvSpPr>
          <p:cNvPr id="3" name="Content Placeholder 2"/>
          <p:cNvSpPr>
            <a:spLocks noGrp="1"/>
          </p:cNvSpPr>
          <p:nvPr>
            <p:ph idx="1"/>
          </p:nvPr>
        </p:nvSpPr>
        <p:spPr>
          <a:xfrm>
            <a:off x="589935" y="1936955"/>
            <a:ext cx="7767484" cy="3736258"/>
          </a:xfrm>
        </p:spPr>
        <p:txBody>
          <a:bodyPr>
            <a:normAutofit fontScale="32500" lnSpcReduction="20000"/>
          </a:bodyPr>
          <a:lstStyle/>
          <a:p>
            <a:pPr>
              <a:defRPr sz="2000"/>
            </a:pPr>
            <a:r>
              <a:rPr sz="4000" dirty="0" err="1"/>
              <a:t>Không</a:t>
            </a:r>
            <a:r>
              <a:rPr sz="4000" dirty="0"/>
              <a:t> </a:t>
            </a:r>
            <a:r>
              <a:rPr sz="4000" dirty="0" err="1"/>
              <a:t>truy</a:t>
            </a:r>
            <a:r>
              <a:rPr sz="4000" dirty="0"/>
              <a:t> </a:t>
            </a:r>
            <a:r>
              <a:rPr sz="4000" dirty="0" err="1"/>
              <a:t>cập</a:t>
            </a:r>
            <a:r>
              <a:rPr sz="4000" dirty="0"/>
              <a:t> </a:t>
            </a:r>
            <a:r>
              <a:rPr sz="4000" dirty="0" err="1"/>
              <a:t>dữ</a:t>
            </a:r>
            <a:r>
              <a:rPr sz="4000" dirty="0"/>
              <a:t> </a:t>
            </a:r>
            <a:r>
              <a:rPr sz="4000" dirty="0" err="1"/>
              <a:t>liệu</a:t>
            </a:r>
            <a:r>
              <a:rPr sz="4000" dirty="0"/>
              <a:t> </a:t>
            </a:r>
            <a:r>
              <a:rPr sz="4000" dirty="0" err="1"/>
              <a:t>cá</a:t>
            </a:r>
            <a:r>
              <a:rPr sz="4000" dirty="0"/>
              <a:t> </a:t>
            </a:r>
            <a:r>
              <a:rPr sz="4000" dirty="0" err="1"/>
              <a:t>nhân</a:t>
            </a:r>
            <a:r>
              <a:rPr sz="4000" dirty="0"/>
              <a:t> </a:t>
            </a:r>
            <a:r>
              <a:rPr sz="4000" dirty="0" err="1"/>
              <a:t>người</a:t>
            </a:r>
            <a:r>
              <a:rPr sz="4000" dirty="0"/>
              <a:t> </a:t>
            </a:r>
            <a:r>
              <a:rPr sz="4000" dirty="0" err="1"/>
              <a:t>dùng</a:t>
            </a:r>
            <a:r>
              <a:rPr sz="4000" dirty="0"/>
              <a:t>.</a:t>
            </a:r>
          </a:p>
          <a:p>
            <a:pPr>
              <a:defRPr sz="2000"/>
            </a:pPr>
            <a:r>
              <a:rPr sz="4000" dirty="0" err="1"/>
              <a:t>Không</a:t>
            </a:r>
            <a:r>
              <a:rPr sz="4000" dirty="0"/>
              <a:t> </a:t>
            </a:r>
            <a:r>
              <a:rPr sz="4000" dirty="0" err="1"/>
              <a:t>nên</a:t>
            </a:r>
            <a:r>
              <a:rPr sz="4000" dirty="0"/>
              <a:t> chia </a:t>
            </a:r>
            <a:r>
              <a:rPr sz="4000" dirty="0" err="1"/>
              <a:t>sẻ</a:t>
            </a:r>
            <a:r>
              <a:rPr sz="4000" dirty="0"/>
              <a:t> </a:t>
            </a:r>
            <a:r>
              <a:rPr sz="4000" dirty="0" err="1"/>
              <a:t>thông</a:t>
            </a:r>
            <a:r>
              <a:rPr sz="4000" dirty="0"/>
              <a:t> tin </a:t>
            </a:r>
            <a:r>
              <a:rPr sz="4000" dirty="0" err="1"/>
              <a:t>nhạy</a:t>
            </a:r>
            <a:r>
              <a:rPr sz="4000" dirty="0"/>
              <a:t> </a:t>
            </a:r>
            <a:r>
              <a:rPr sz="4000" dirty="0" err="1"/>
              <a:t>cảm</a:t>
            </a:r>
            <a:r>
              <a:rPr sz="4000" dirty="0"/>
              <a:t>.</a:t>
            </a:r>
          </a:p>
          <a:p>
            <a:pPr>
              <a:defRPr sz="2000"/>
            </a:pPr>
            <a:r>
              <a:rPr sz="4000" dirty="0" err="1"/>
              <a:t>Dữ</a:t>
            </a:r>
            <a:r>
              <a:rPr sz="4000" dirty="0"/>
              <a:t> </a:t>
            </a:r>
            <a:r>
              <a:rPr sz="4000" dirty="0" err="1"/>
              <a:t>liệu</a:t>
            </a:r>
            <a:r>
              <a:rPr sz="4000" dirty="0"/>
              <a:t> </a:t>
            </a:r>
            <a:r>
              <a:rPr sz="4000" dirty="0" err="1"/>
              <a:t>dùng</a:t>
            </a:r>
            <a:r>
              <a:rPr sz="4000" dirty="0"/>
              <a:t> </a:t>
            </a:r>
            <a:r>
              <a:rPr sz="4000" dirty="0" err="1"/>
              <a:t>để</a:t>
            </a:r>
            <a:r>
              <a:rPr sz="4000" dirty="0"/>
              <a:t> </a:t>
            </a:r>
            <a:r>
              <a:rPr sz="4000" dirty="0" err="1"/>
              <a:t>cải</a:t>
            </a:r>
            <a:r>
              <a:rPr sz="4000" dirty="0"/>
              <a:t> </a:t>
            </a:r>
            <a:r>
              <a:rPr sz="4000" dirty="0" err="1"/>
              <a:t>thiện</a:t>
            </a:r>
            <a:r>
              <a:rPr sz="4000" dirty="0"/>
              <a:t> </a:t>
            </a:r>
            <a:r>
              <a:rPr sz="4000" dirty="0" err="1"/>
              <a:t>chất</a:t>
            </a:r>
            <a:r>
              <a:rPr sz="4000" dirty="0"/>
              <a:t> </a:t>
            </a:r>
            <a:r>
              <a:rPr sz="4000" dirty="0" err="1"/>
              <a:t>lượng</a:t>
            </a:r>
            <a:r>
              <a:rPr sz="4000" dirty="0"/>
              <a:t> </a:t>
            </a:r>
            <a:r>
              <a:rPr sz="4000" dirty="0" err="1"/>
              <a:t>hệ</a:t>
            </a:r>
            <a:r>
              <a:rPr sz="4000" dirty="0"/>
              <a:t> </a:t>
            </a:r>
            <a:r>
              <a:rPr sz="4000" dirty="0" err="1"/>
              <a:t>thống</a:t>
            </a:r>
            <a:r>
              <a:rPr sz="4000" dirty="0"/>
              <a:t>.</a:t>
            </a:r>
            <a:endParaRPr lang="en-US" sz="4000" dirty="0"/>
          </a:p>
          <a:p>
            <a:pPr>
              <a:defRPr sz="2000"/>
            </a:pPr>
            <a:r>
              <a:rPr lang="vi-VN" sz="3400" dirty="0"/>
              <a:t>ChatGPT nhìn chung an toàn để sử dụng cho mục đích thông thường, nhưng có rủi ro về quyền riêng tư và độ chính xác của thông tin, vì nội dung chat có thể được dùng để huấn luyện mô hình AI và câu trả lời có thể không luôn chính xác, thậm chí bịa đặt. Bạn cần tuyệt đối tránh chia sẻ thông tin nhạy cảm (mật khẩu, tài chính, y tế, dữ liệu công ty), và luôn kiểm chứng thông tin từ các nguồn đáng tin cậy. Rủi ro cần lưu ýMất thông tin cá nhân: Dữ liệu nhập vào có thể bị thu thập để huấn luyện mô hình, do đó không nên nhập thông tin định danh, tài chính, y tế hay mật khẩu.</a:t>
            </a:r>
            <a:endParaRPr lang="en-US" sz="3400" dirty="0"/>
          </a:p>
          <a:p>
            <a:pPr>
              <a:defRPr sz="2000"/>
            </a:pPr>
            <a:r>
              <a:rPr lang="vi-VN" sz="3400" dirty="0"/>
              <a:t>Thông tin sai lệch (Hallucination): ChatGPT có thể tự tin đưa ra những câu trả lời hoàn toàn sai hoặc bịa đặt.Thiên vị: Mô hình có thể phản ánh các thành kiến có sẵn trong dữ liệu huấn luyện.Rủi ro an ninh mạng: Sử dụng các ứng dụng giả mạo, link độc hại có thể cài phần mềm gián điệp. Cách sử dụng an toànBảo vệ thông tin cá nhân: Không chia sẻ số CMND, tài khoản ngân hàng, mật khẩu, email, địa chỉ, hoặc thông tin sức khỏe</a:t>
            </a:r>
            <a:endParaRPr lang="en-US" sz="3400" dirty="0"/>
          </a:p>
          <a:p>
            <a:pPr>
              <a:defRPr sz="2000"/>
            </a:pPr>
            <a:r>
              <a:rPr lang="vi-VN" sz="3400" dirty="0"/>
              <a:t>.Xác minh thông tin: Luôn kiểm tra lại các câu trả lời quan trọng bằng cách đối chiếu với các nguồn đáng tin cậy khác.Cẩn trọng với công việc: Hạn chế chia sẻ bí mật công ty, mã nguồn. Nhiều công ty đã cấm sử dụng ChatGPT.Tùy chỉnh cài đặt: Sử dụng chế độ "không tham gia" (opt-out) trong cài đặt để ngăn cuộc trò chuyện được dùng để huấn luyện (nếu có).Cảnh giác với các ứng dụng giả mạo: Chỉ sử dụng ứng dụng chính thức từ OpenAI để tránh mã độc.</a:t>
            </a:r>
            <a:endParaRPr sz="3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6. ChatGPT khác Google như thế nào?</a:t>
            </a:r>
          </a:p>
        </p:txBody>
      </p:sp>
      <p:sp>
        <p:nvSpPr>
          <p:cNvPr id="3" name="Content Placeholder 2"/>
          <p:cNvSpPr>
            <a:spLocks noGrp="1"/>
          </p:cNvSpPr>
          <p:nvPr>
            <p:ph idx="1"/>
          </p:nvPr>
        </p:nvSpPr>
        <p:spPr/>
        <p:txBody>
          <a:bodyPr>
            <a:normAutofit fontScale="25000" lnSpcReduction="20000"/>
          </a:bodyPr>
          <a:lstStyle/>
          <a:p>
            <a:pPr>
              <a:defRPr sz="2000"/>
            </a:pPr>
            <a:r>
              <a:rPr sz="4400" dirty="0"/>
              <a:t>Google: Tìm </a:t>
            </a:r>
            <a:r>
              <a:rPr sz="4400" dirty="0" err="1"/>
              <a:t>kiếm</a:t>
            </a:r>
            <a:r>
              <a:rPr sz="4400" dirty="0"/>
              <a:t> website, tin </a:t>
            </a:r>
            <a:r>
              <a:rPr sz="4400" dirty="0" err="1"/>
              <a:t>tức</a:t>
            </a:r>
            <a:r>
              <a:rPr sz="4400" dirty="0"/>
              <a:t> </a:t>
            </a:r>
            <a:r>
              <a:rPr sz="4400" dirty="0" err="1"/>
              <a:t>mới</a:t>
            </a:r>
            <a:r>
              <a:rPr sz="4400" dirty="0"/>
              <a:t>.</a:t>
            </a:r>
          </a:p>
          <a:p>
            <a:pPr>
              <a:defRPr sz="2000"/>
            </a:pPr>
            <a:r>
              <a:rPr sz="4400" dirty="0"/>
              <a:t>ChatGPT: </a:t>
            </a:r>
            <a:r>
              <a:rPr sz="4400" dirty="0" err="1"/>
              <a:t>Trả</a:t>
            </a:r>
            <a:r>
              <a:rPr sz="4400" dirty="0"/>
              <a:t> </a:t>
            </a:r>
            <a:r>
              <a:rPr sz="4400" dirty="0" err="1"/>
              <a:t>lời</a:t>
            </a:r>
            <a:r>
              <a:rPr sz="4400" dirty="0"/>
              <a:t> </a:t>
            </a:r>
            <a:r>
              <a:rPr sz="4400" dirty="0" err="1"/>
              <a:t>trực</a:t>
            </a:r>
            <a:r>
              <a:rPr sz="4400" dirty="0"/>
              <a:t> </a:t>
            </a:r>
            <a:r>
              <a:rPr sz="4400" dirty="0" err="1"/>
              <a:t>tiếp</a:t>
            </a:r>
            <a:r>
              <a:rPr sz="4400" dirty="0"/>
              <a:t>, </a:t>
            </a:r>
            <a:r>
              <a:rPr sz="4400" dirty="0" err="1"/>
              <a:t>giải</a:t>
            </a:r>
            <a:r>
              <a:rPr sz="4400" dirty="0"/>
              <a:t> </a:t>
            </a:r>
            <a:r>
              <a:rPr sz="4400" dirty="0" err="1"/>
              <a:t>thích</a:t>
            </a:r>
            <a:r>
              <a:rPr sz="4400" dirty="0"/>
              <a:t> chi </a:t>
            </a:r>
            <a:r>
              <a:rPr sz="4400" dirty="0" err="1"/>
              <a:t>tiết</a:t>
            </a:r>
            <a:r>
              <a:rPr sz="4400" dirty="0"/>
              <a:t>.</a:t>
            </a:r>
          </a:p>
          <a:p>
            <a:pPr>
              <a:defRPr sz="2000"/>
            </a:pPr>
            <a:r>
              <a:rPr sz="4400" dirty="0" err="1"/>
              <a:t>Kết</a:t>
            </a:r>
            <a:r>
              <a:rPr sz="4400" dirty="0"/>
              <a:t> </a:t>
            </a:r>
            <a:r>
              <a:rPr sz="4400" dirty="0" err="1"/>
              <a:t>hợp</a:t>
            </a:r>
            <a:r>
              <a:rPr sz="4400" dirty="0"/>
              <a:t> </a:t>
            </a:r>
            <a:r>
              <a:rPr sz="4400" dirty="0" err="1"/>
              <a:t>cả</a:t>
            </a:r>
            <a:r>
              <a:rPr sz="4400" dirty="0"/>
              <a:t> </a:t>
            </a:r>
            <a:r>
              <a:rPr sz="4400" dirty="0" err="1"/>
              <a:t>hai</a:t>
            </a:r>
            <a:r>
              <a:rPr sz="4400" dirty="0"/>
              <a:t> </a:t>
            </a:r>
            <a:r>
              <a:rPr sz="4400" dirty="0" err="1"/>
              <a:t>sẽ</a:t>
            </a:r>
            <a:r>
              <a:rPr sz="4400" dirty="0"/>
              <a:t> </a:t>
            </a:r>
            <a:r>
              <a:rPr sz="4400" dirty="0" err="1"/>
              <a:t>hiệu</a:t>
            </a:r>
            <a:r>
              <a:rPr sz="4400" dirty="0"/>
              <a:t> </a:t>
            </a:r>
            <a:r>
              <a:rPr sz="4400" dirty="0" err="1"/>
              <a:t>quả</a:t>
            </a:r>
            <a:r>
              <a:rPr sz="4400" dirty="0"/>
              <a:t> </a:t>
            </a:r>
            <a:r>
              <a:rPr sz="4400" dirty="0" err="1"/>
              <a:t>nhất</a:t>
            </a:r>
            <a:r>
              <a:rPr sz="4400" dirty="0"/>
              <a:t>.</a:t>
            </a:r>
            <a:endParaRPr lang="en-US" sz="4400" dirty="0"/>
          </a:p>
          <a:p>
            <a:pPr>
              <a:defRPr sz="2000"/>
            </a:pPr>
            <a:r>
              <a:rPr lang="vi-VN" sz="4400" dirty="0"/>
              <a:t>1️⃣ Về bản chất • Goog</a:t>
            </a:r>
            <a:r>
              <a:rPr lang="vi-VN" sz="3400" dirty="0"/>
              <a:t>le là công cụ tìm kiếm: tìm và hiển thị đường link đến các trang web có thông tin bạn cần. • ChatGPT là trí tuệ nhân tạo hội thoại: trả lời trực tiếp bằng ngôn ngữ tự nhiên như con người.</a:t>
            </a:r>
            <a:endParaRPr lang="en-US" sz="3400" dirty="0"/>
          </a:p>
          <a:p>
            <a:pPr>
              <a:defRPr sz="2000"/>
            </a:pPr>
            <a:r>
              <a:rPr lang="vi-VN" sz="3400" dirty="0"/>
              <a:t>2️⃣ Cách trả lời • Google: • Đưa ra nhiều kết quả • Người dùng phải tự đọc – chọn lọc – tổng hợp • ChatGPT: • Tổng hợp thông tin • Trả lời ngắn gọn, mạch lạc, theo yêu cầu</a:t>
            </a:r>
            <a:endParaRPr lang="en-US" sz="3400" dirty="0"/>
          </a:p>
          <a:p>
            <a:pPr>
              <a:defRPr sz="2000"/>
            </a:pPr>
            <a:r>
              <a:rPr lang="vi-VN" sz="3400" dirty="0"/>
              <a:t>3️⃣ Khả năng tương tác • Google: không trò chuyện, mỗi lần tìm là một truy vấn riêng lẻ • ChatGPT: • Nhớ ngữ cảnh cuộc trò chuyện • Có thể giải thích lại, viết lại, sửa theo yêu cầu</a:t>
            </a:r>
            <a:endParaRPr lang="en-US" sz="3400" dirty="0"/>
          </a:p>
          <a:p>
            <a:pPr>
              <a:defRPr sz="2000"/>
            </a:pPr>
            <a:r>
              <a:rPr lang="vi-VN" sz="3400" dirty="0"/>
              <a:t>4️⃣ Ứng dụng • Google phù hợp khi: • Tìm thông tin mới nhất • Cần nguồn chính thống • Tra cứu địa điểm, tin tức • ChatGPT phù hợp khi: • Học tập, giải thích bài khó • Viết văn, làm bài, soạn email • Lập trình, lên ý tưởng</a:t>
            </a:r>
            <a:endParaRPr lang="en-US" sz="3400" dirty="0"/>
          </a:p>
          <a:p>
            <a:pPr>
              <a:defRPr sz="2000"/>
            </a:pPr>
            <a:r>
              <a:rPr lang="vi-VN" sz="3400" dirty="0"/>
              <a:t>5️⃣ Độ chính xác • Google: • Độ chính xác phụ thuộc nguồn bạn chọn • ChatGPT: • Có thể trả lời sai nếu thông tin cũ hoặc câu hỏi mơ hồ </a:t>
            </a:r>
            <a:endParaRPr lang="en-US" sz="3400" dirty="0"/>
          </a:p>
          <a:p>
            <a:pPr>
              <a:defRPr sz="2000"/>
            </a:pPr>
            <a:r>
              <a:rPr lang="vi-VN" sz="3400" dirty="0"/>
              <a:t>• Cần kiểm chứng với nguồn đáng tinBảng so sánh nhanhTiêu chí Google ChatGPTChức năng Tìm kiếm Trò chuyện AIKết quả Link website Câu trả lời trực tiếpTương tác Không CóTổng hợp Người dùng tự làm AI làmPhù hợp Tra cứu Học tập, sáng tạoKết luận</a:t>
            </a:r>
            <a:r>
              <a:rPr lang="en-US" sz="3400" dirty="0"/>
              <a:t>👉 </a:t>
            </a:r>
            <a:r>
              <a:rPr lang="vi-VN" sz="3400" dirty="0"/>
              <a:t>Google giúp bạn tìm thông tin</a:t>
            </a:r>
            <a:r>
              <a:rPr lang="en-US" sz="3400" dirty="0"/>
              <a:t>👉 </a:t>
            </a:r>
            <a:r>
              <a:rPr lang="vi-VN" sz="3400" dirty="0"/>
              <a:t>ChatGPT giúp bạn hiểu và sử dụng thông tin</a:t>
            </a:r>
            <a:endParaRPr sz="3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Cách sử dụng ChatGPT hiệu quả</a:t>
            </a:r>
          </a:p>
        </p:txBody>
      </p:sp>
      <p:sp>
        <p:nvSpPr>
          <p:cNvPr id="3" name="Content Placeholder 2"/>
          <p:cNvSpPr>
            <a:spLocks noGrp="1"/>
          </p:cNvSpPr>
          <p:nvPr>
            <p:ph idx="1"/>
          </p:nvPr>
        </p:nvSpPr>
        <p:spPr/>
        <p:txBody>
          <a:bodyPr>
            <a:normAutofit fontScale="62500" lnSpcReduction="20000"/>
          </a:bodyPr>
          <a:lstStyle/>
          <a:p>
            <a:pPr>
              <a:defRPr sz="2000"/>
            </a:pPr>
            <a:r>
              <a:rPr dirty="0" err="1"/>
              <a:t>Đặt</a:t>
            </a:r>
            <a:r>
              <a:rPr dirty="0"/>
              <a:t> </a:t>
            </a:r>
            <a:r>
              <a:rPr dirty="0" err="1"/>
              <a:t>câu</a:t>
            </a:r>
            <a:r>
              <a:rPr dirty="0"/>
              <a:t> </a:t>
            </a:r>
            <a:r>
              <a:rPr dirty="0" err="1"/>
              <a:t>hỏi</a:t>
            </a:r>
            <a:r>
              <a:rPr dirty="0"/>
              <a:t> </a:t>
            </a:r>
            <a:r>
              <a:rPr dirty="0" err="1"/>
              <a:t>rõ</a:t>
            </a:r>
            <a:r>
              <a:rPr dirty="0"/>
              <a:t> </a:t>
            </a:r>
            <a:r>
              <a:rPr dirty="0" err="1"/>
              <a:t>ràng</a:t>
            </a:r>
            <a:r>
              <a:rPr dirty="0"/>
              <a:t> </a:t>
            </a:r>
            <a:r>
              <a:rPr dirty="0" err="1"/>
              <a:t>và</a:t>
            </a:r>
            <a:r>
              <a:rPr dirty="0"/>
              <a:t> </a:t>
            </a:r>
            <a:r>
              <a:rPr dirty="0" err="1"/>
              <a:t>cụ</a:t>
            </a:r>
            <a:r>
              <a:rPr dirty="0"/>
              <a:t> </a:t>
            </a:r>
            <a:r>
              <a:rPr dirty="0" err="1"/>
              <a:t>thể</a:t>
            </a:r>
            <a:r>
              <a:rPr dirty="0"/>
              <a:t>.</a:t>
            </a:r>
          </a:p>
          <a:p>
            <a:pPr>
              <a:defRPr sz="2000"/>
            </a:pPr>
            <a:r>
              <a:rPr dirty="0" err="1"/>
              <a:t>Nêu</a:t>
            </a:r>
            <a:r>
              <a:rPr dirty="0"/>
              <a:t> </a:t>
            </a:r>
            <a:r>
              <a:rPr dirty="0" err="1"/>
              <a:t>rõ</a:t>
            </a:r>
            <a:r>
              <a:rPr dirty="0"/>
              <a:t> </a:t>
            </a:r>
            <a:r>
              <a:rPr dirty="0" err="1"/>
              <a:t>mục</a:t>
            </a:r>
            <a:r>
              <a:rPr dirty="0"/>
              <a:t> </a:t>
            </a:r>
            <a:r>
              <a:rPr dirty="0" err="1"/>
              <a:t>tiêu</a:t>
            </a:r>
            <a:r>
              <a:rPr dirty="0"/>
              <a:t> </a:t>
            </a:r>
            <a:r>
              <a:rPr dirty="0" err="1"/>
              <a:t>và</a:t>
            </a:r>
            <a:r>
              <a:rPr dirty="0"/>
              <a:t> </a:t>
            </a:r>
            <a:r>
              <a:rPr dirty="0" err="1"/>
              <a:t>độ</a:t>
            </a:r>
            <a:r>
              <a:rPr dirty="0"/>
              <a:t> </a:t>
            </a:r>
            <a:r>
              <a:rPr dirty="0" err="1"/>
              <a:t>dài</a:t>
            </a:r>
            <a:r>
              <a:rPr dirty="0"/>
              <a:t> </a:t>
            </a:r>
            <a:r>
              <a:rPr dirty="0" err="1"/>
              <a:t>câu</a:t>
            </a:r>
            <a:r>
              <a:rPr dirty="0"/>
              <a:t> </a:t>
            </a:r>
            <a:r>
              <a:rPr dirty="0" err="1"/>
              <a:t>trả</a:t>
            </a:r>
            <a:r>
              <a:rPr dirty="0"/>
              <a:t> </a:t>
            </a:r>
            <a:r>
              <a:rPr dirty="0" err="1"/>
              <a:t>lời</a:t>
            </a:r>
            <a:r>
              <a:rPr dirty="0"/>
              <a:t>.</a:t>
            </a:r>
          </a:p>
          <a:p>
            <a:pPr>
              <a:defRPr sz="2000"/>
            </a:pPr>
            <a:r>
              <a:rPr dirty="0" err="1"/>
              <a:t>Hỏi</a:t>
            </a:r>
            <a:r>
              <a:rPr dirty="0"/>
              <a:t> </a:t>
            </a:r>
            <a:r>
              <a:rPr dirty="0" err="1"/>
              <a:t>tiếp</a:t>
            </a:r>
            <a:r>
              <a:rPr dirty="0"/>
              <a:t> </a:t>
            </a:r>
            <a:r>
              <a:rPr dirty="0" err="1"/>
              <a:t>để</a:t>
            </a:r>
            <a:r>
              <a:rPr dirty="0"/>
              <a:t> </a:t>
            </a:r>
            <a:r>
              <a:rPr dirty="0" err="1"/>
              <a:t>đào</a:t>
            </a:r>
            <a:r>
              <a:rPr dirty="0"/>
              <a:t> </a:t>
            </a:r>
            <a:r>
              <a:rPr dirty="0" err="1"/>
              <a:t>sâu</a:t>
            </a:r>
            <a:r>
              <a:rPr dirty="0"/>
              <a:t> </a:t>
            </a:r>
            <a:r>
              <a:rPr dirty="0" err="1"/>
              <a:t>vấn</a:t>
            </a:r>
            <a:r>
              <a:rPr dirty="0"/>
              <a:t> </a:t>
            </a:r>
            <a:r>
              <a:rPr dirty="0" err="1"/>
              <a:t>đề</a:t>
            </a:r>
            <a:r>
              <a:rPr dirty="0"/>
              <a:t>.</a:t>
            </a:r>
            <a:endParaRPr lang="en-US" dirty="0"/>
          </a:p>
          <a:p>
            <a:pPr>
              <a:defRPr sz="2000"/>
            </a:pPr>
            <a:r>
              <a:rPr lang="vi-VN" dirty="0"/>
              <a:t>Cách dùng ChatGPT hiệu quả (ngắn gọn – đủ ý): </a:t>
            </a:r>
            <a:endParaRPr lang="en-US" dirty="0"/>
          </a:p>
          <a:p>
            <a:pPr>
              <a:defRPr sz="2000"/>
            </a:pPr>
            <a:r>
              <a:rPr lang="vi-VN" dirty="0"/>
              <a:t>1. Hỏi rõ ràng: Nói đúng môn, lớp, mục đích, cách trình bày. </a:t>
            </a:r>
            <a:endParaRPr lang="en-US" dirty="0"/>
          </a:p>
          <a:p>
            <a:pPr>
              <a:defRPr sz="2000"/>
            </a:pPr>
            <a:r>
              <a:rPr lang="vi-VN" dirty="0"/>
              <a:t>2. Nêu yêu cầu cụ thể: Muốn ngắn gọn, chi tiết, có ví dụ hay từng bước thì nói rõ. </a:t>
            </a:r>
            <a:endParaRPr lang="en-US" dirty="0"/>
          </a:p>
          <a:p>
            <a:pPr>
              <a:defRPr sz="2000"/>
            </a:pPr>
            <a:r>
              <a:rPr lang="vi-VN" dirty="0"/>
              <a:t>3. Dùng như gia sư: Có thể yêu cầu giải thích lại, cho bài tương tự, tóm tắt.</a:t>
            </a:r>
            <a:endParaRPr lang="en-US" dirty="0"/>
          </a:p>
          <a:p>
            <a:pPr>
              <a:defRPr sz="2000"/>
            </a:pPr>
            <a:r>
              <a:rPr lang="vi-VN" dirty="0"/>
              <a:t> 4. Hỗ trợ làm bài – thuyết trình – tin học: Viết văn, làm PowerPoint, Word, Excel đều được. </a:t>
            </a:r>
            <a:endParaRPr lang="en-US" dirty="0"/>
          </a:p>
          <a:p>
            <a:pPr>
              <a:defRPr sz="2000"/>
            </a:pPr>
            <a:r>
              <a:rPr lang="vi-VN" dirty="0"/>
              <a:t>5. Chỉnh sửa linh hoạt: Gõ “viết ngắn hơn”, “viết dễ hiểu hơn”, “viết lại cách khác”. 6. Công thức hỏi chuẩn: Hãy + yêu cầu + môn + lớp + mục đích + cách trình bà</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8. Lưu ý khi sử dụng ChatGPT</a:t>
            </a:r>
          </a:p>
        </p:txBody>
      </p:sp>
      <p:sp>
        <p:nvSpPr>
          <p:cNvPr id="3" name="Content Placeholder 2"/>
          <p:cNvSpPr>
            <a:spLocks noGrp="1"/>
          </p:cNvSpPr>
          <p:nvPr>
            <p:ph idx="1"/>
          </p:nvPr>
        </p:nvSpPr>
        <p:spPr/>
        <p:txBody>
          <a:bodyPr/>
          <a:lstStyle/>
          <a:p>
            <a:pPr>
              <a:defRPr sz="2000"/>
            </a:pPr>
            <a:r>
              <a:t>Luôn kiểm tra lại thông tin quan trọng.</a:t>
            </a:r>
          </a:p>
          <a:p>
            <a:pPr>
              <a:defRPr sz="2000"/>
            </a:pPr>
            <a:r>
              <a:t>Không phụ thuộc hoàn toàn vào AI.</a:t>
            </a:r>
          </a:p>
          <a:p>
            <a:pPr>
              <a:defRPr sz="2000"/>
            </a:pPr>
            <a:r>
              <a:t>Sử dụng như một công cụ hỗ trợ.</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9. Kết luận</a:t>
            </a:r>
          </a:p>
        </p:txBody>
      </p:sp>
      <p:sp>
        <p:nvSpPr>
          <p:cNvPr id="3" name="Content Placeholder 2"/>
          <p:cNvSpPr>
            <a:spLocks noGrp="1"/>
          </p:cNvSpPr>
          <p:nvPr>
            <p:ph idx="1"/>
          </p:nvPr>
        </p:nvSpPr>
        <p:spPr/>
        <p:txBody>
          <a:bodyPr>
            <a:normAutofit fontScale="77500" lnSpcReduction="20000"/>
          </a:bodyPr>
          <a:lstStyle/>
          <a:p>
            <a:pPr>
              <a:defRPr sz="2000"/>
            </a:pPr>
            <a:r>
              <a:rPr dirty="0"/>
              <a:t>ChatGPT </a:t>
            </a:r>
            <a:r>
              <a:rPr dirty="0" err="1"/>
              <a:t>là</a:t>
            </a:r>
            <a:r>
              <a:rPr dirty="0"/>
              <a:t> </a:t>
            </a:r>
            <a:r>
              <a:rPr dirty="0" err="1"/>
              <a:t>công</a:t>
            </a:r>
            <a:r>
              <a:rPr dirty="0"/>
              <a:t> </a:t>
            </a:r>
            <a:r>
              <a:rPr dirty="0" err="1"/>
              <a:t>cụ</a:t>
            </a:r>
            <a:r>
              <a:rPr dirty="0"/>
              <a:t> AI </a:t>
            </a:r>
            <a:r>
              <a:rPr dirty="0" err="1"/>
              <a:t>hữu</a:t>
            </a:r>
            <a:r>
              <a:rPr dirty="0"/>
              <a:t> </a:t>
            </a:r>
            <a:r>
              <a:rPr dirty="0" err="1"/>
              <a:t>ích</a:t>
            </a:r>
            <a:r>
              <a:rPr dirty="0"/>
              <a:t>.</a:t>
            </a:r>
          </a:p>
          <a:p>
            <a:pPr>
              <a:defRPr sz="2000"/>
            </a:pPr>
            <a:r>
              <a:rPr dirty="0" err="1"/>
              <a:t>Hỗ</a:t>
            </a:r>
            <a:r>
              <a:rPr dirty="0"/>
              <a:t> </a:t>
            </a:r>
            <a:r>
              <a:rPr dirty="0" err="1"/>
              <a:t>trợ</a:t>
            </a:r>
            <a:r>
              <a:rPr dirty="0"/>
              <a:t> </a:t>
            </a:r>
            <a:r>
              <a:rPr dirty="0" err="1"/>
              <a:t>học</a:t>
            </a:r>
            <a:r>
              <a:rPr dirty="0"/>
              <a:t> </a:t>
            </a:r>
            <a:r>
              <a:rPr dirty="0" err="1"/>
              <a:t>tập</a:t>
            </a:r>
            <a:r>
              <a:rPr dirty="0"/>
              <a:t>, </a:t>
            </a:r>
            <a:r>
              <a:rPr dirty="0" err="1"/>
              <a:t>làm</a:t>
            </a:r>
            <a:r>
              <a:rPr dirty="0"/>
              <a:t> </a:t>
            </a:r>
            <a:r>
              <a:rPr dirty="0" err="1"/>
              <a:t>việc</a:t>
            </a:r>
            <a:r>
              <a:rPr dirty="0"/>
              <a:t> </a:t>
            </a:r>
            <a:r>
              <a:rPr dirty="0" err="1"/>
              <a:t>và</a:t>
            </a:r>
            <a:r>
              <a:rPr dirty="0"/>
              <a:t> </a:t>
            </a:r>
            <a:r>
              <a:rPr dirty="0" err="1"/>
              <a:t>sáng</a:t>
            </a:r>
            <a:r>
              <a:rPr dirty="0"/>
              <a:t> </a:t>
            </a:r>
            <a:r>
              <a:rPr dirty="0" err="1"/>
              <a:t>tạo</a:t>
            </a:r>
            <a:r>
              <a:rPr dirty="0"/>
              <a:t>.</a:t>
            </a:r>
          </a:p>
          <a:p>
            <a:pPr>
              <a:defRPr sz="2000"/>
            </a:pPr>
            <a:r>
              <a:rPr dirty="0" err="1"/>
              <a:t>Sử</a:t>
            </a:r>
            <a:r>
              <a:rPr dirty="0"/>
              <a:t> </a:t>
            </a:r>
            <a:r>
              <a:rPr dirty="0" err="1"/>
              <a:t>dụng</a:t>
            </a:r>
            <a:r>
              <a:rPr dirty="0"/>
              <a:t> </a:t>
            </a:r>
            <a:r>
              <a:rPr dirty="0" err="1"/>
              <a:t>đúng</a:t>
            </a:r>
            <a:r>
              <a:rPr dirty="0"/>
              <a:t> </a:t>
            </a:r>
            <a:r>
              <a:rPr dirty="0" err="1"/>
              <a:t>cách</a:t>
            </a:r>
            <a:r>
              <a:rPr dirty="0"/>
              <a:t> </a:t>
            </a:r>
            <a:r>
              <a:rPr dirty="0" err="1"/>
              <a:t>sẽ</a:t>
            </a:r>
            <a:r>
              <a:rPr dirty="0"/>
              <a:t> </a:t>
            </a:r>
            <a:r>
              <a:rPr dirty="0" err="1"/>
              <a:t>mang</a:t>
            </a:r>
            <a:r>
              <a:rPr dirty="0"/>
              <a:t> </a:t>
            </a:r>
            <a:r>
              <a:rPr dirty="0" err="1"/>
              <a:t>lại</a:t>
            </a:r>
            <a:r>
              <a:rPr dirty="0"/>
              <a:t> </a:t>
            </a:r>
            <a:r>
              <a:rPr dirty="0" err="1"/>
              <a:t>hiệu</a:t>
            </a:r>
            <a:r>
              <a:rPr dirty="0"/>
              <a:t> </a:t>
            </a:r>
            <a:r>
              <a:rPr dirty="0" err="1"/>
              <a:t>quả</a:t>
            </a:r>
            <a:r>
              <a:rPr dirty="0"/>
              <a:t> </a:t>
            </a:r>
            <a:r>
              <a:rPr dirty="0" err="1"/>
              <a:t>cao</a:t>
            </a:r>
            <a:r>
              <a:rPr dirty="0"/>
              <a:t>.</a:t>
            </a:r>
            <a:endParaRPr lang="en-US" dirty="0"/>
          </a:p>
          <a:p>
            <a:pPr>
              <a:defRPr sz="2000"/>
            </a:pPr>
            <a:r>
              <a:rPr lang="vi-VN" dirty="0"/>
              <a:t>Kết luậnChatGPT là một công cụ học tập và làm việc rất hữu ích nếu biết sử dụng đúng cách. Khi người dùng đặt câu hỏi rõ ràng, cụ thể và nêu đúng yêu cầu, ChatGPT có thể hỗ trợ giải bài, giải thích kiến thức, soạn văn bản, làm PowerPoint, Excel, tóm tắt tài liệu và luyện tập kỹ năng học tập hiệu quả. Tuy nhiên, ChatGPT chỉ nên được xem là công cụ hỗ trợ, không thay thế hoàn toàn tư duy và sự chủ động của người học. Việc sử dụng ChatGPT một cách thông minh, chọn lọc và có trách nhiệm sẽ giúp nâng cao kết quả học tập, tiết kiệm thời gian và phát triển năng lực tự học của mỗi người.</a:t>
            </a:r>
            <a:endParaRPr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27</TotalTime>
  <Words>1889</Words>
  <Application>Microsoft Office PowerPoint</Application>
  <PresentationFormat>On-screen Show (4:3)</PresentationFormat>
  <Paragraphs>94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Bauhaus 93</vt:lpstr>
      <vt:lpstr>Gill Sans MT</vt:lpstr>
      <vt:lpstr>Gallery</vt:lpstr>
      <vt:lpstr>TÌM HIỂU VỀ CÔNG CỤ AI: CHATGPT</vt:lpstr>
      <vt:lpstr>1. ChatGPT là gì?</vt:lpstr>
      <vt:lpstr>2. ChatGPT dùng để làm gì?</vt:lpstr>
      <vt:lpstr>ChatGPT trong học tập</vt:lpstr>
      <vt:lpstr>ChatGPT trong công việc</vt:lpstr>
      <vt:lpstr>ChatGPT trong lập trình</vt:lpstr>
      <vt:lpstr>3. ChatGPT hoạt động như thế nào?</vt:lpstr>
      <vt:lpstr>4. ChatGPT không làm được gì?</vt:lpstr>
      <vt:lpstr>5. ChatGPT có an toàn không?</vt:lpstr>
      <vt:lpstr>6. ChatGPT khác Google như thế nào?</vt:lpstr>
      <vt:lpstr>7. Cách sử dụng ChatGPT hiệu quả</vt:lpstr>
      <vt:lpstr>8. Lưu ý khi sử dụng ChatGPT</vt:lpstr>
      <vt:lpstr>9. Kết luận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Cuong Luong</cp:lastModifiedBy>
  <cp:revision>2</cp:revision>
  <dcterms:created xsi:type="dcterms:W3CDTF">2013-01-27T09:14:16Z</dcterms:created>
  <dcterms:modified xsi:type="dcterms:W3CDTF">2025-12-24T02:27:31Z</dcterms:modified>
  <cp:category/>
</cp:coreProperties>
</file>