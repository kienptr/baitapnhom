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1" r:id="rId7"/>
    <p:sldId id="260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428077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TÌM HIỂU VỀ CÁC CÔNG CỤ:</a:t>
            </a:r>
            <a:br>
              <a:rPr lang="en-US" sz="5400" dirty="0"/>
            </a:br>
            <a:r>
              <a:rPr lang="en-US" sz="5400" dirty="0"/>
              <a:t>- ChatGPT</a:t>
            </a:r>
            <a:br>
              <a:rPr lang="en-US" sz="5400" dirty="0"/>
            </a:br>
            <a:r>
              <a:rPr lang="en-US" sz="5400" dirty="0"/>
              <a:t>- Gamma</a:t>
            </a:r>
            <a:br>
              <a:rPr lang="en-US" sz="5400" dirty="0"/>
            </a:br>
            <a:r>
              <a:rPr lang="en-US" sz="5400" dirty="0"/>
              <a:t>- Suno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F2CE5767-A17F-B5C8-1F42-C8269A99D333}"/>
              </a:ext>
            </a:extLst>
          </p:cNvPr>
          <p:cNvSpPr txBox="1">
            <a:spLocks/>
          </p:cNvSpPr>
          <p:nvPr/>
        </p:nvSpPr>
        <p:spPr>
          <a:xfrm>
            <a:off x="9214041" y="5238537"/>
            <a:ext cx="3421038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6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Lèo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Hồng Vi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Lò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Thị Xuân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Thị Tim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Đức Hiếu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Mạnh Tùng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5159B-6373-FBA4-80A2-90091E847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168706"/>
            <a:ext cx="10058400" cy="1450757"/>
          </a:xfrm>
        </p:spPr>
        <p:txBody>
          <a:bodyPr>
            <a:normAutofit fontScale="90000"/>
          </a:bodyPr>
          <a:lstStyle/>
          <a:p>
            <a:r>
              <a:rPr lang="en-US" sz="4800" b="1" dirty="0"/>
              <a:t>1. ChatGPT (</a:t>
            </a:r>
            <a:r>
              <a:rPr lang="en-US" sz="4800" b="1" dirty="0" err="1"/>
              <a:t>Phát</a:t>
            </a:r>
            <a:r>
              <a:rPr lang="en-US" sz="4800" b="1" dirty="0"/>
              <a:t> </a:t>
            </a:r>
            <a:r>
              <a:rPr lang="en-US" sz="4800" b="1" dirty="0" err="1"/>
              <a:t>triển</a:t>
            </a:r>
            <a:r>
              <a:rPr lang="en-US" sz="4800" b="1" dirty="0"/>
              <a:t> </a:t>
            </a:r>
            <a:r>
              <a:rPr lang="en-US" sz="4800" b="1" dirty="0" err="1"/>
              <a:t>bởi</a:t>
            </a:r>
            <a:r>
              <a:rPr lang="en-US" sz="4800" b="1" dirty="0"/>
              <a:t> OpenAI)</a:t>
            </a:r>
            <a:br>
              <a:rPr lang="en-US" sz="48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E8084-D0E8-FF74-709E-5AE16CF45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457325"/>
            <a:ext cx="6858000" cy="4829175"/>
          </a:xfrm>
        </p:spPr>
        <p:txBody>
          <a:bodyPr>
            <a:noAutofit/>
          </a:bodyPr>
          <a:lstStyle/>
          <a:p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ChatGPT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chatbot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tuệ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(AI)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 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0000"/>
              </a:lnSpc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code,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ảo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0000"/>
              </a:lnSpc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en-US" sz="16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65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16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6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Việt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miễn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(GPT-4o mini)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mẽ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01168" lvl="1" indent="0">
              <a:buNone/>
            </a:pPr>
            <a:r>
              <a:rPr lang="en-US" sz="16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65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lang="en-US" sz="16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6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ảo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AI).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miễn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0000"/>
              </a:lnSpc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https://www.google.com/search?q=chatgpt.com -&gt;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(prompt)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 -&gt;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0000"/>
              </a:lnSpc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Sinh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tóm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gợi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ChatGPT – Wikipedia tiếng Việt">
            <a:extLst>
              <a:ext uri="{FF2B5EF4-FFF2-40B4-BE49-F238E27FC236}">
                <a16:creationId xmlns:a16="http://schemas.microsoft.com/office/drawing/2014/main" id="{589AB33F-3E68-997B-5AD9-36F45C069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2206" y="107319"/>
            <a:ext cx="1512144" cy="151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1059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F0D72-F898-CAEC-9892-456071B53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080" y="378619"/>
            <a:ext cx="10058400" cy="6191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2. Gamma (</a:t>
            </a:r>
            <a:r>
              <a:rPr lang="en-US" b="1" dirty="0" err="1"/>
              <a:t>Gamma.app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D92EA-FD6D-3BB7-D76D-DF4D496E3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895475"/>
            <a:ext cx="7286625" cy="4400550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Gamma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ngũ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 Tech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0000"/>
              </a:lnSpc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Slide (PowerPoint)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0000"/>
              </a:lnSpc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en-US" sz="16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65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16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6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đẹp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kiệm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slide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01168" lvl="1" indent="0">
              <a:buNone/>
            </a:pPr>
            <a:r>
              <a:rPr lang="en-US" sz="16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65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lang="en-US" sz="16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6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miễn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"Credit" (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slide).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tùy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linh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PowerPoint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0000"/>
              </a:lnSpc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gamma.app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"Create new with AI" -&gt;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AI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slide.</a:t>
            </a:r>
          </a:p>
          <a:p>
            <a:pPr lvl="0">
              <a:lnSpc>
                <a:spcPct val="100000"/>
              </a:lnSpc>
            </a:pP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Sinh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(portfolio)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Gamma Logo | SVG | Real Company | Alphabet, Letter G Logo">
            <a:extLst>
              <a:ext uri="{FF2B5EF4-FFF2-40B4-BE49-F238E27FC236}">
                <a16:creationId xmlns:a16="http://schemas.microsoft.com/office/drawing/2014/main" id="{3D1D062C-36D3-4BFB-060E-BD03EA9B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6925" y="0"/>
            <a:ext cx="1995488" cy="1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1563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F308-AB4C-78D6-1097-1BBEECBEF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680" y="-484922"/>
            <a:ext cx="10058400" cy="1450757"/>
          </a:xfrm>
        </p:spPr>
        <p:txBody>
          <a:bodyPr/>
          <a:lstStyle/>
          <a:p>
            <a:r>
              <a:rPr lang="en-US" b="1" dirty="0"/>
              <a:t>3. Suno (Suno AI)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FD3BA-155F-20F8-7C75-423D4EAE7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895475"/>
            <a:ext cx="7210425" cy="4505325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Suno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Cambridge, Massachusetts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0000"/>
              </a:lnSpc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Sáng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hát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hát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điệu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giọng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hát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0000"/>
              </a:lnSpc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(Pop, Rock, EDM, Bolero...).</a:t>
            </a:r>
          </a:p>
          <a:p>
            <a:pPr marL="201168" lvl="1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miễn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0000"/>
              </a:lnSpc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suno.com -&gt;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"Create" -&gt;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hát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-&gt;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"Create"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hát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0000"/>
              </a:lnSpc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Sinh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video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hát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nhộn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14121A9-2EE6-CF28-10CA-2A5E0459A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0171" y="70723"/>
            <a:ext cx="1790224" cy="179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0216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8950" y="2009774"/>
            <a:ext cx="6696074" cy="1419225"/>
          </a:xfrm>
        </p:spPr>
        <p:txBody>
          <a:bodyPr anchor="ctr">
            <a:noAutofit/>
          </a:bodyPr>
          <a:lstStyle/>
          <a:p>
            <a:pPr lvl="0"/>
            <a:r>
              <a:rPr lang="en-US" sz="6600" i="1" dirty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{4ED49607-46DF-472A-AED3-D88AB898170C}TFf0a5ceae-4542-492d-822e-d65a94fb0e1e3b562c5a_win32-009a0557e699</Template>
  <TotalTime>113</TotalTime>
  <Words>711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Bookman Old Style</vt:lpstr>
      <vt:lpstr>Calibri</vt:lpstr>
      <vt:lpstr>Franklin Gothic Book</vt:lpstr>
      <vt:lpstr>Times New Roman</vt:lpstr>
      <vt:lpstr>Custom</vt:lpstr>
      <vt:lpstr>TÌM HIỂU VỀ CÁC CÔNG CỤ: - ChatGPT - Gamma - Suno</vt:lpstr>
      <vt:lpstr>1. ChatGPT (Phát triển bởi OpenAI) </vt:lpstr>
      <vt:lpstr>2. Gamma (Gamma.app)</vt:lpstr>
      <vt:lpstr>3. Suno (Suno AI)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5</cp:revision>
  <dcterms:created xsi:type="dcterms:W3CDTF">2025-12-29T01:21:52Z</dcterms:created>
  <dcterms:modified xsi:type="dcterms:W3CDTF">2025-12-29T03:15:28Z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